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Barlow" pitchFamily="2" charset="77"/>
      <p:regular r:id="rId13"/>
      <p:bold r:id="rId14"/>
      <p:italic r:id="rId15"/>
      <p:boldItalic r:id="rId16"/>
    </p:embeddedFont>
    <p:embeddedFont>
      <p:font typeface="Fira Sans Condensed Medium" panose="020F0502020204030204" pitchFamily="34" charset="0"/>
      <p:regular r:id="rId17"/>
      <p:bold r:id="rId18"/>
      <p:italic r:id="rId19"/>
      <p:boldItalic r:id="rId20"/>
    </p:embeddedFont>
    <p:embeddedFont>
      <p:font typeface="Fira Sans Extra Condensed Medium" panose="020B0603050000020004" pitchFamily="34" charset="0"/>
      <p:regular r:id="rId21"/>
      <p:bold r:id="rId22"/>
      <p:italic r:id="rId23"/>
      <p:boldItalic r:id="rId24"/>
    </p:embeddedFont>
    <p:embeddedFont>
      <p:font typeface="Montserrat Alternates" pitchFamily="2" charset="77"/>
      <p:regular r:id="rId25"/>
      <p:bold r:id="rId26"/>
      <p:italic r:id="rId27"/>
      <p:boldItalic r:id="rId28"/>
    </p:embeddedFont>
    <p:embeddedFont>
      <p:font typeface="PT Sans" panose="020B0503020203020204" pitchFamily="34" charset="77"/>
      <p:regular r:id="rId29"/>
      <p:bold r:id="rId30"/>
      <p:italic r:id="rId31"/>
      <p:boldItalic r:id="rId32"/>
    </p:embeddedFont>
    <p:embeddedFont>
      <p:font typeface="Roboto" panose="020000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07834C-E3B3-4D5E-8BD5-5DBA2CA5A68A}">
  <a:tblStyle styleId="{2007834C-E3B3-4D5E-8BD5-5DBA2CA5A68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662CC0D-4E0C-4E0A-8F91-065137A65D55}" styleName="Table_1">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94681"/>
  </p:normalViewPr>
  <p:slideViewPr>
    <p:cSldViewPr snapToGrid="0">
      <p:cViewPr varScale="1">
        <p:scale>
          <a:sx n="196" d="100"/>
          <a:sy n="196" d="100"/>
        </p:scale>
        <p:origin x="184"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9" Type="http://schemas.openxmlformats.org/officeDocument/2006/relationships/theme" Target="theme/theme1.xml"/><Relationship Id="rId21" Type="http://schemas.openxmlformats.org/officeDocument/2006/relationships/font" Target="fonts/font9.fntdata"/><Relationship Id="rId34" Type="http://schemas.openxmlformats.org/officeDocument/2006/relationships/font" Target="fonts/font22.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font" Target="fonts/font24.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font" Target="fonts/font23.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pmc.ncbi.nlm.nih.gov/articles/PMC11323401/"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pmc.ncbi.nlm.nih.gov/articles/PMC11925512/#sec3"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statista.com/statistics/187549/facebook-distribution-of-users-age-group-usa/"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260a053c4e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1260a053c4e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900"/>
              </a:spcBef>
              <a:spcAft>
                <a:spcPts val="0"/>
              </a:spcAft>
              <a:buClr>
                <a:schemeClr val="dk1"/>
              </a:buClr>
              <a:buSzPts val="1100"/>
              <a:buFont typeface="Arial"/>
              <a:buNone/>
            </a:pPr>
            <a:r>
              <a:rPr lang="en" sz="1800" b="1">
                <a:solidFill>
                  <a:srgbClr val="273540"/>
                </a:solidFill>
              </a:rPr>
              <a:t>Slide 1.</a:t>
            </a:r>
            <a:endParaRPr sz="1800" b="1">
              <a:solidFill>
                <a:srgbClr val="273540"/>
              </a:solidFill>
            </a:endParaRPr>
          </a:p>
          <a:p>
            <a:pPr marL="698500" lvl="0" indent="-304800" algn="l" rtl="0">
              <a:lnSpc>
                <a:spcPct val="115000"/>
              </a:lnSpc>
              <a:spcBef>
                <a:spcPts val="900"/>
              </a:spcBef>
              <a:spcAft>
                <a:spcPts val="0"/>
              </a:spcAft>
              <a:buClr>
                <a:srgbClr val="273540"/>
              </a:buClr>
              <a:buSzPts val="1200"/>
              <a:buChar char="●"/>
            </a:pPr>
            <a:r>
              <a:rPr lang="en" sz="1800">
                <a:solidFill>
                  <a:srgbClr val="273540"/>
                </a:solidFill>
              </a:rPr>
              <a:t>Title of project and participating faculty and graduate students.</a:t>
            </a:r>
            <a:endParaRPr sz="1800">
              <a:solidFill>
                <a:srgbClr val="273540"/>
              </a:solidFill>
            </a:endParaRPr>
          </a:p>
          <a:p>
            <a:pPr marL="0" lvl="0" indent="0" algn="l" rtl="0">
              <a:lnSpc>
                <a:spcPct val="115000"/>
              </a:lnSpc>
              <a:spcBef>
                <a:spcPts val="900"/>
              </a:spcBef>
              <a:spcAft>
                <a:spcPts val="0"/>
              </a:spcAft>
              <a:buClr>
                <a:schemeClr val="dk1"/>
              </a:buClr>
              <a:buSzPts val="1100"/>
              <a:buFont typeface="Arial"/>
              <a:buNone/>
            </a:pPr>
            <a:r>
              <a:rPr lang="en" sz="1800" b="1">
                <a:solidFill>
                  <a:srgbClr val="273540"/>
                </a:solidFill>
              </a:rPr>
              <a:t>Slide 2.</a:t>
            </a:r>
            <a:endParaRPr sz="1800" b="1">
              <a:solidFill>
                <a:srgbClr val="273540"/>
              </a:solidFill>
            </a:endParaRPr>
          </a:p>
          <a:p>
            <a:pPr marL="698500" lvl="0" indent="-304800" algn="l" rtl="0">
              <a:lnSpc>
                <a:spcPct val="115000"/>
              </a:lnSpc>
              <a:spcBef>
                <a:spcPts val="900"/>
              </a:spcBef>
              <a:spcAft>
                <a:spcPts val="0"/>
              </a:spcAft>
              <a:buClr>
                <a:srgbClr val="273540"/>
              </a:buClr>
              <a:buSzPts val="1200"/>
              <a:buChar char="●"/>
            </a:pPr>
            <a:r>
              <a:rPr lang="en" sz="1800">
                <a:solidFill>
                  <a:srgbClr val="273540"/>
                </a:solidFill>
              </a:rPr>
              <a:t>Background to the project (what was the motivation for creating this project)</a:t>
            </a:r>
            <a:endParaRPr sz="1800">
              <a:solidFill>
                <a:srgbClr val="273540"/>
              </a:solidFill>
            </a:endParaRPr>
          </a:p>
          <a:p>
            <a:pPr marL="698500" lvl="0" indent="-304800" algn="l" rtl="0">
              <a:lnSpc>
                <a:spcPct val="115000"/>
              </a:lnSpc>
              <a:spcBef>
                <a:spcPts val="0"/>
              </a:spcBef>
              <a:spcAft>
                <a:spcPts val="0"/>
              </a:spcAft>
              <a:buClr>
                <a:srgbClr val="273540"/>
              </a:buClr>
              <a:buSzPts val="1200"/>
              <a:buChar char="●"/>
            </a:pPr>
            <a:r>
              <a:rPr lang="en" sz="1800">
                <a:solidFill>
                  <a:srgbClr val="273540"/>
                </a:solidFill>
              </a:rPr>
              <a:t>Goals of the project</a:t>
            </a:r>
            <a:endParaRPr sz="1800">
              <a:solidFill>
                <a:srgbClr val="273540"/>
              </a:solidFill>
            </a:endParaRPr>
          </a:p>
          <a:p>
            <a:pPr marL="0" lvl="0" indent="0" algn="l" rtl="0">
              <a:lnSpc>
                <a:spcPct val="115000"/>
              </a:lnSpc>
              <a:spcBef>
                <a:spcPts val="900"/>
              </a:spcBef>
              <a:spcAft>
                <a:spcPts val="0"/>
              </a:spcAft>
              <a:buClr>
                <a:schemeClr val="dk1"/>
              </a:buClr>
              <a:buSzPts val="1100"/>
              <a:buFont typeface="Arial"/>
              <a:buNone/>
            </a:pPr>
            <a:r>
              <a:rPr lang="en" sz="1800" b="1">
                <a:solidFill>
                  <a:srgbClr val="273540"/>
                </a:solidFill>
              </a:rPr>
              <a:t>Slide 3</a:t>
            </a:r>
            <a:endParaRPr sz="1800" b="1">
              <a:solidFill>
                <a:srgbClr val="273540"/>
              </a:solidFill>
            </a:endParaRPr>
          </a:p>
          <a:p>
            <a:pPr marL="698500" lvl="0" indent="-304800" algn="l" rtl="0">
              <a:lnSpc>
                <a:spcPct val="115000"/>
              </a:lnSpc>
              <a:spcBef>
                <a:spcPts val="900"/>
              </a:spcBef>
              <a:spcAft>
                <a:spcPts val="0"/>
              </a:spcAft>
              <a:buClr>
                <a:srgbClr val="273540"/>
              </a:buClr>
              <a:buSzPts val="1200"/>
              <a:buChar char="●"/>
            </a:pPr>
            <a:r>
              <a:rPr lang="en" sz="1800">
                <a:solidFill>
                  <a:srgbClr val="273540"/>
                </a:solidFill>
              </a:rPr>
              <a:t>Methods used</a:t>
            </a:r>
            <a:endParaRPr sz="1800">
              <a:solidFill>
                <a:srgbClr val="273540"/>
              </a:solidFill>
            </a:endParaRPr>
          </a:p>
          <a:p>
            <a:pPr marL="0" lvl="0" indent="0" algn="l" rtl="0">
              <a:lnSpc>
                <a:spcPct val="115000"/>
              </a:lnSpc>
              <a:spcBef>
                <a:spcPts val="900"/>
              </a:spcBef>
              <a:spcAft>
                <a:spcPts val="0"/>
              </a:spcAft>
              <a:buClr>
                <a:schemeClr val="dk1"/>
              </a:buClr>
              <a:buSzPts val="1100"/>
              <a:buFont typeface="Arial"/>
              <a:buNone/>
            </a:pPr>
            <a:r>
              <a:rPr lang="en" sz="1800" b="1">
                <a:solidFill>
                  <a:srgbClr val="273540"/>
                </a:solidFill>
              </a:rPr>
              <a:t>Slide 4.</a:t>
            </a:r>
            <a:endParaRPr sz="1800" b="1">
              <a:solidFill>
                <a:srgbClr val="273540"/>
              </a:solidFill>
            </a:endParaRPr>
          </a:p>
          <a:p>
            <a:pPr marL="698500" lvl="0" indent="-304800" algn="l" rtl="0">
              <a:lnSpc>
                <a:spcPct val="115000"/>
              </a:lnSpc>
              <a:spcBef>
                <a:spcPts val="900"/>
              </a:spcBef>
              <a:spcAft>
                <a:spcPts val="0"/>
              </a:spcAft>
              <a:buClr>
                <a:srgbClr val="273540"/>
              </a:buClr>
              <a:buSzPts val="1200"/>
              <a:buChar char="●"/>
            </a:pPr>
            <a:r>
              <a:rPr lang="en" sz="1800">
                <a:solidFill>
                  <a:srgbClr val="273540"/>
                </a:solidFill>
              </a:rPr>
              <a:t>Results so far</a:t>
            </a:r>
            <a:endParaRPr sz="1800">
              <a:solidFill>
                <a:srgbClr val="273540"/>
              </a:solidFill>
            </a:endParaRPr>
          </a:p>
          <a:p>
            <a:pPr marL="0" lvl="0" indent="0" algn="l" rtl="0">
              <a:lnSpc>
                <a:spcPct val="115000"/>
              </a:lnSpc>
              <a:spcBef>
                <a:spcPts val="900"/>
              </a:spcBef>
              <a:spcAft>
                <a:spcPts val="0"/>
              </a:spcAft>
              <a:buClr>
                <a:schemeClr val="dk1"/>
              </a:buClr>
              <a:buSzPts val="1100"/>
              <a:buFont typeface="Arial"/>
              <a:buNone/>
            </a:pPr>
            <a:r>
              <a:rPr lang="en" sz="1800" b="1">
                <a:solidFill>
                  <a:srgbClr val="273540"/>
                </a:solidFill>
              </a:rPr>
              <a:t>Slide 5</a:t>
            </a:r>
            <a:endParaRPr sz="1800" b="1">
              <a:solidFill>
                <a:srgbClr val="273540"/>
              </a:solidFill>
            </a:endParaRPr>
          </a:p>
          <a:p>
            <a:pPr marL="698500" lvl="0" indent="-304800" algn="l" rtl="0">
              <a:lnSpc>
                <a:spcPct val="115000"/>
              </a:lnSpc>
              <a:spcBef>
                <a:spcPts val="900"/>
              </a:spcBef>
              <a:spcAft>
                <a:spcPts val="0"/>
              </a:spcAft>
              <a:buClr>
                <a:srgbClr val="273540"/>
              </a:buClr>
              <a:buSzPts val="1200"/>
              <a:buChar char="●"/>
            </a:pPr>
            <a:r>
              <a:rPr lang="en" sz="1800">
                <a:solidFill>
                  <a:srgbClr val="273540"/>
                </a:solidFill>
              </a:rPr>
              <a:t>Discussion</a:t>
            </a:r>
            <a:endParaRPr sz="1800">
              <a:solidFill>
                <a:srgbClr val="273540"/>
              </a:solidFill>
            </a:endParaRPr>
          </a:p>
          <a:p>
            <a:pPr marL="698500" lvl="0" indent="-304800" algn="l" rtl="0">
              <a:lnSpc>
                <a:spcPct val="115000"/>
              </a:lnSpc>
              <a:spcBef>
                <a:spcPts val="0"/>
              </a:spcBef>
              <a:spcAft>
                <a:spcPts val="0"/>
              </a:spcAft>
              <a:buClr>
                <a:srgbClr val="273540"/>
              </a:buClr>
              <a:buSzPts val="1200"/>
              <a:buChar char="●"/>
            </a:pPr>
            <a:r>
              <a:rPr lang="en" sz="1800">
                <a:solidFill>
                  <a:srgbClr val="273540"/>
                </a:solidFill>
              </a:rPr>
              <a:t>Limitations</a:t>
            </a:r>
            <a:endParaRPr sz="1800">
              <a:solidFill>
                <a:srgbClr val="273540"/>
              </a:solidFill>
            </a:endParaRPr>
          </a:p>
          <a:p>
            <a:pPr marL="0" lvl="0" indent="0" algn="l" rtl="0">
              <a:lnSpc>
                <a:spcPct val="115000"/>
              </a:lnSpc>
              <a:spcBef>
                <a:spcPts val="900"/>
              </a:spcBef>
              <a:spcAft>
                <a:spcPts val="0"/>
              </a:spcAft>
              <a:buClr>
                <a:schemeClr val="dk1"/>
              </a:buClr>
              <a:buSzPts val="1100"/>
              <a:buFont typeface="Arial"/>
              <a:buNone/>
            </a:pPr>
            <a:r>
              <a:rPr lang="en" sz="1800" b="1">
                <a:solidFill>
                  <a:srgbClr val="273540"/>
                </a:solidFill>
              </a:rPr>
              <a:t>Slide 6.</a:t>
            </a:r>
            <a:endParaRPr sz="1800" b="1">
              <a:solidFill>
                <a:srgbClr val="273540"/>
              </a:solidFill>
            </a:endParaRPr>
          </a:p>
          <a:p>
            <a:pPr marL="698500" lvl="0" indent="-304800" algn="l" rtl="0">
              <a:lnSpc>
                <a:spcPct val="115000"/>
              </a:lnSpc>
              <a:spcBef>
                <a:spcPts val="900"/>
              </a:spcBef>
              <a:spcAft>
                <a:spcPts val="0"/>
              </a:spcAft>
              <a:buClr>
                <a:srgbClr val="273540"/>
              </a:buClr>
              <a:buSzPts val="1200"/>
              <a:buChar char="●"/>
            </a:pPr>
            <a:r>
              <a:rPr lang="en" sz="1800">
                <a:solidFill>
                  <a:srgbClr val="273540"/>
                </a:solidFill>
              </a:rPr>
              <a:t>Conclusion</a:t>
            </a:r>
            <a:endParaRPr sz="1800">
              <a:solidFill>
                <a:srgbClr val="273540"/>
              </a:solidFill>
            </a:endParaRPr>
          </a:p>
          <a:p>
            <a:pPr marL="698500" lvl="0" indent="-304800" algn="l" rtl="0">
              <a:lnSpc>
                <a:spcPct val="115000"/>
              </a:lnSpc>
              <a:spcBef>
                <a:spcPts val="0"/>
              </a:spcBef>
              <a:spcAft>
                <a:spcPts val="0"/>
              </a:spcAft>
              <a:buClr>
                <a:srgbClr val="273540"/>
              </a:buClr>
              <a:buSzPts val="1200"/>
              <a:buChar char="●"/>
            </a:pPr>
            <a:r>
              <a:rPr lang="en" sz="1800">
                <a:solidFill>
                  <a:srgbClr val="273540"/>
                </a:solidFill>
              </a:rPr>
              <a:t>Thank you's to your team</a:t>
            </a:r>
            <a:endParaRPr sz="1800">
              <a:solidFill>
                <a:srgbClr val="273540"/>
              </a:solidFill>
            </a:endParaRPr>
          </a:p>
          <a:p>
            <a:pPr marL="0" lvl="0" indent="0" algn="l" rtl="0">
              <a:spcBef>
                <a:spcPts val="50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453bdea97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453bdea97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learning objectives of my presentation today are as follows:</a:t>
            </a:r>
            <a:endParaRPr/>
          </a:p>
          <a:p>
            <a:pPr marL="0" lvl="0" indent="0" algn="l" rtl="0">
              <a:spcBef>
                <a:spcPts val="0"/>
              </a:spcBef>
              <a:spcAft>
                <a:spcPts val="0"/>
              </a:spcAft>
              <a:buNone/>
            </a:pPr>
            <a:r>
              <a:rPr lang="en"/>
              <a:t>You will be able to explain the value and characteristics of patient generated data in rare disease research. Compare and contrast patient-reported rare disease symptoms with clinical literature. And also explore how patient-generated data from social media has the immense potential to be combined with clinical knowledge and improve the early detection of rare diseases</a:t>
            </a:r>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1263e336032_0_3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1263e336032_0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Next, I will explain the background and motivation for this research project. There are over 7000 rare disease globally, which are often underrepresented in clinical literature and difficult to diagnose. Diagnostic delay is also very common, with many patients reporting anxiety and distress over their unknown conditions. The average diagnosis delay is around 5 to 7 years from patient’s first symptom onset till their rare disease diagnosis. An often unexplored realm for sourcing data is social media, specifically Facebook groups. In prior literature, Park et al conducted a study analyzing rare disease narrative videos on social media, which found that video-sharing gained more insight into rare disease patient’s personal lives and facilitated a space for spreading awareness about rare conditions and support each other. In disease support groups, patients often share rich symptom and comorbidity information and other info in their posts, with rich narratives on their struggles with rare diseases and diagnostic journeys. These narratives capture real-world experiences and first-person perspectives of patient’s rare diseases, and this yet undiscovered source has immense potential to enhance rare disease knowledge if integrated with existing clinical knowledge.</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3"/>
              </a:rPr>
              <a:t>https://pmc.ncbi.nlm.nih.gov/articles/PMC11323401/</a:t>
            </a:r>
            <a:r>
              <a:rPr lang="en"/>
              <a:t> </a:t>
            </a:r>
            <a:endParaRPr/>
          </a:p>
          <a:p>
            <a:pPr marL="0" lvl="0" indent="0" algn="l" rtl="0">
              <a:spcBef>
                <a:spcPts val="0"/>
              </a:spcBef>
              <a:spcAft>
                <a:spcPts val="0"/>
              </a:spcAft>
              <a:buNone/>
            </a:pPr>
            <a:r>
              <a:rPr lang="en" u="sng">
                <a:solidFill>
                  <a:schemeClr val="hlink"/>
                </a:solidFill>
                <a:hlinkClick r:id="rId4"/>
              </a:rPr>
              <a:t>https://pmc.ncbi.nlm.nih.gov/articles/PMC11925512/#sec3</a:t>
            </a:r>
            <a:r>
              <a:rPr lang="en"/>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268d0bffb4_0_8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268d0bffb4_0_8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my project goals, read</a:t>
            </a:r>
            <a:endParaRPr/>
          </a:p>
          <a:p>
            <a:pPr marL="0" lvl="0" indent="0" algn="l" rtl="0">
              <a:spcBef>
                <a:spcPts val="0"/>
              </a:spcBef>
              <a:spcAft>
                <a:spcPts val="0"/>
              </a:spcAft>
              <a:buNone/>
            </a:pPr>
            <a:endParaRPr/>
          </a:p>
          <a:p>
            <a:pPr marL="0" lvl="0" indent="0" algn="l" rtl="0">
              <a:spcBef>
                <a:spcPts val="0"/>
              </a:spcBef>
              <a:spcAft>
                <a:spcPts val="0"/>
              </a:spcAft>
              <a:buNone/>
            </a:pPr>
            <a:r>
              <a:rPr lang="en"/>
              <a:t>Lastly, through the characterization of the patient’s online posts from the rare disease forums, I explored how these insights from social media and patients’ lived experience have the potential to improve the detection of rare diseases if combined with existing knowledge down the line.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4528017a6a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4528017a6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Next, here are the methods I used for this research. I manually collected 249 patient narratives spanning from 2019 to 2-2-5, corresponding to 127 rare diseases, with 12 undiagnosed narrative entries. These patient narratives were sourced from the Facebook group “Rare Disease Warriors” community. I did a comprehensive characterization of patient data, including symptoms/comorbidities, country of origin, rare disease diagnosis, age at diagnosis, current treatment, treatment outcomes, and diagnosis journey. This extraction was done with the help of ChatGPT, with my own manual verification to ensure accuracy of the extracted data. This was because Facebook groups exist in a grey area where non-profits are able to crawl these freely accessible social media websites for free text data, but its not allowed through the ChatGPT API. Next, I standardized the rare diseases using ICD-10 mappings to the first decimal place, making all the diseases were rare and found in the NORD database. Later, I also conducted a literature review of clinical characteristics (including symptoms) of top 3 most common rare diseases, to facilitate my later comparison with patient-reported symptoms. For these top 3 most frequently-reported rare diseases, I compared the patient-reported symptoms with clinically-reported symptoms from PubMed articles, and also calculated the comparison statistic using the Jaccard index.</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4528017a6a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34528017a6a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Roboto"/>
                <a:ea typeface="Roboto"/>
                <a:cs typeface="Roboto"/>
                <a:sym typeface="Roboto"/>
              </a:rPr>
              <a:t>Majority of active participants in social media rare disease support groups were female</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United States was the most common location among participants</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Most common diagnosis age groups were young adults, adults, and infants</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This is probably because young adults and adults are the largest user groups on Facebook, as from a June 2025 study, the majority (24.2%) of Facebook users in the US are aged between 25-34 → young adult age group</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For the infants, since their parents are the ones who typically post about their infant’s rare diseases, and these parents also belong in that young adult age group</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Motor impairment and ataxia were the most frequently reported symptoms.</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Fatigue and pain were the next most common symptoms.</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Many reported disorders were neurological or neurodegenerative (e.g., Ehlers–Danlos syndrome, amyotrophic lateral sclerosis, spinocerebellar ataxia).</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In the third graph, I noted the occurrence of narrative themes such as the psychosocial impact of their rare disease and mentions of coping mechanisms and resilience in the patient narratives.</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most frequent patient narrative themes were psychosocial impact, such as mentions of social isolation and anxiety and fears from being diagnosed or from their sudden symptoms; 2nd were coping and resilience, as many patients mentioned attempting to use a optimistic perspective to cope with their rare disease progression.</a:t>
            </a:r>
            <a:endParaRPr sz="1200">
              <a:solidFill>
                <a:schemeClr val="dk1"/>
              </a:solidFill>
              <a:latin typeface="Roboto"/>
              <a:ea typeface="Roboto"/>
              <a:cs typeface="Roboto"/>
              <a:sym typeface="Roboto"/>
            </a:endParaRPr>
          </a:p>
          <a:p>
            <a:pPr marL="0" lvl="0" indent="0" algn="l" rtl="0">
              <a:spcBef>
                <a:spcPts val="0"/>
              </a:spcBef>
              <a:spcAft>
                <a:spcPts val="0"/>
              </a:spcAft>
              <a:buNone/>
            </a:pPr>
            <a:endParaRPr sz="1200">
              <a:solidFill>
                <a:schemeClr val="dk1"/>
              </a:solidFill>
              <a:latin typeface="Roboto"/>
              <a:ea typeface="Roboto"/>
              <a:cs typeface="Roboto"/>
              <a:sym typeface="Roboto"/>
            </a:endParaRPr>
          </a:p>
          <a:p>
            <a:pPr marL="0" lvl="0" indent="0" algn="l" rtl="0">
              <a:spcBef>
                <a:spcPts val="0"/>
              </a:spcBef>
              <a:spcAft>
                <a:spcPts val="0"/>
              </a:spcAft>
              <a:buNone/>
            </a:pPr>
            <a:r>
              <a:rPr lang="en" sz="1200" u="sng">
                <a:solidFill>
                  <a:schemeClr val="hlink"/>
                </a:solidFill>
                <a:latin typeface="Roboto"/>
                <a:ea typeface="Roboto"/>
                <a:cs typeface="Roboto"/>
                <a:sym typeface="Roboto"/>
                <a:hlinkClick r:id="rId3"/>
              </a:rPr>
              <a:t>https://www.statista.com/statistics/187549/facebook-distribution-of-users-age-group-usa/</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453bdea97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453bdea97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Roboto"/>
              <a:ea typeface="Roboto"/>
              <a:cs typeface="Roboto"/>
              <a:sym typeface="Roboto"/>
            </a:endParaRPr>
          </a:p>
          <a:p>
            <a:pPr marL="457200" lvl="0"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Spinocerebellar Ataxia Type 14 (SCA14) had the highest Jaccard index, which indicates the degree of similarity between patient-reported and clinical symptoms/comorbidities reported in literature, probably due to 4 patients reporting symptoms</a:t>
            </a:r>
            <a:endParaRPr sz="1200">
              <a:solidFill>
                <a:schemeClr val="dk1"/>
              </a:solidFill>
              <a:latin typeface="Roboto"/>
              <a:ea typeface="Roboto"/>
              <a:cs typeface="Roboto"/>
              <a:sym typeface="Roboto"/>
            </a:endParaRPr>
          </a:p>
          <a:p>
            <a:pPr marL="457200" lvl="0"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Patient narratives frequently focused on pain, fatigue, daily functioning limitations, and reduced quality of life, eg.  mobility issues, use of assistive devices.</a:t>
            </a:r>
            <a:endParaRPr sz="1200">
              <a:solidFill>
                <a:schemeClr val="dk1"/>
              </a:solidFill>
              <a:latin typeface="Roboto"/>
              <a:ea typeface="Roboto"/>
              <a:cs typeface="Roboto"/>
              <a:sym typeface="Roboto"/>
            </a:endParaRPr>
          </a:p>
          <a:p>
            <a:pPr marL="457200" lvl="0"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Clinical literature more often emphasized hallmark diagnostic symptoms, to facilitate diagnosis</a:t>
            </a:r>
            <a:endParaRPr sz="1200">
              <a:solidFill>
                <a:schemeClr val="dk1"/>
              </a:solidFill>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4528017a6a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4528017a6a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Demographics:</a:t>
            </a:r>
            <a:endParaRPr/>
          </a:p>
          <a:p>
            <a:pPr marL="0" lvl="0" indent="0" algn="l" rtl="0">
              <a:spcBef>
                <a:spcPts val="0"/>
              </a:spcBef>
              <a:spcAft>
                <a:spcPts val="0"/>
              </a:spcAft>
              <a:buNone/>
            </a:pPr>
            <a:endParaRPr/>
          </a:p>
          <a:p>
            <a:pPr marL="0" lvl="0" indent="0" algn="l" rtl="0">
              <a:spcBef>
                <a:spcPts val="0"/>
              </a:spcBef>
              <a:spcAft>
                <a:spcPts val="0"/>
              </a:spcAft>
              <a:buNone/>
            </a:pPr>
            <a:r>
              <a:rPr lang="en"/>
              <a:t>Symptoms: fatigue and pain; a common symptom and burden in many chronic illnesses; such that many patients report it in their narratives.</a:t>
            </a:r>
            <a:endParaRPr/>
          </a:p>
          <a:p>
            <a:pPr marL="0" lvl="0" indent="0" algn="l" rtl="0">
              <a:spcBef>
                <a:spcPts val="0"/>
              </a:spcBef>
              <a:spcAft>
                <a:spcPts val="0"/>
              </a:spcAft>
              <a:buNone/>
            </a:pPr>
            <a:endParaRPr/>
          </a:p>
          <a:p>
            <a:pPr marL="0" lvl="0" indent="0" algn="l" rtl="0">
              <a:spcBef>
                <a:spcPts val="0"/>
              </a:spcBef>
              <a:spcAft>
                <a:spcPts val="0"/>
              </a:spcAft>
              <a:buNone/>
            </a:pPr>
            <a:r>
              <a:rPr lang="en"/>
              <a:t>Overall, ____, including frequent mentions of mobility issues, wheelchair use.</a:t>
            </a:r>
            <a:endParaRPr/>
          </a:p>
          <a:p>
            <a:pPr marL="0" lvl="0" indent="0" algn="l" rtl="0">
              <a:spcBef>
                <a:spcPts val="0"/>
              </a:spcBef>
              <a:spcAft>
                <a:spcPts val="0"/>
              </a:spcAft>
              <a:buNone/>
            </a:pPr>
            <a:endParaRPr/>
          </a:p>
          <a:p>
            <a:pPr marL="0" lvl="0" indent="0" algn="l" rtl="0">
              <a:spcBef>
                <a:spcPts val="0"/>
              </a:spcBef>
              <a:spcAft>
                <a:spcPts val="0"/>
              </a:spcAft>
              <a:buNone/>
            </a:pPr>
            <a:r>
              <a:rPr lang="en"/>
              <a:t>Limitations: there were many limitations in this study. Most importantly, a rather small sample size of patient narratives extracted from the facebook group of 200, due to the manual nature of the data collection, there was no way to automate the extraction of rare disease posts from the facebook group. Additionally, there could have been sampling bias, as I tried my best to include long patient entries with more details about their symptoms and diagnostic journeys, and most importantly, mention of their specific rare disease diagnosis. However, there was still a lot of incomplete data, with many entries only reporting their rare disease name (or listing many with no symptoms), neglecting to mention their rare disease name, etc. Additionally, these patient-reported data inherently has bias, as the symptoms and comorbidities they report is recall-bias, and they only include symptoms that majorly affect or impact their daily life, with no idea which stage/details of their disease prognosis.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4528017a6a_0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4528017a6a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453bdea974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453bdea974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1968505">
            <a:off x="4821580" y="3236706"/>
            <a:ext cx="1602978" cy="3003718"/>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0" name="Google Shape;10;p2"/>
          <p:cNvSpPr/>
          <p:nvPr/>
        </p:nvSpPr>
        <p:spPr>
          <a:xfrm>
            <a:off x="4314831" y="3493097"/>
            <a:ext cx="2606512" cy="1768931"/>
          </a:xfrm>
          <a:custGeom>
            <a:avLst/>
            <a:gdLst/>
            <a:ahLst/>
            <a:cxnLst/>
            <a:rect l="l" t="t" r="r" b="b"/>
            <a:pathLst>
              <a:path w="109771" h="74497" extrusionOk="0">
                <a:moveTo>
                  <a:pt x="0" y="73365"/>
                </a:moveTo>
                <a:cubicBezTo>
                  <a:pt x="1349" y="65272"/>
                  <a:pt x="-2123" y="54829"/>
                  <a:pt x="3679" y="49027"/>
                </a:cubicBezTo>
                <a:cubicBezTo>
                  <a:pt x="12982" y="39724"/>
                  <a:pt x="30889" y="45163"/>
                  <a:pt x="41318" y="37141"/>
                </a:cubicBezTo>
                <a:cubicBezTo>
                  <a:pt x="51397" y="29388"/>
                  <a:pt x="53170" y="14037"/>
                  <a:pt x="62543" y="5445"/>
                </a:cubicBezTo>
                <a:cubicBezTo>
                  <a:pt x="70964" y="-2275"/>
                  <a:pt x="86472" y="-882"/>
                  <a:pt x="96786" y="4030"/>
                </a:cubicBezTo>
                <a:cubicBezTo>
                  <a:pt x="106735" y="8768"/>
                  <a:pt x="112157" y="24423"/>
                  <a:pt x="108672" y="34877"/>
                </a:cubicBezTo>
                <a:cubicBezTo>
                  <a:pt x="105238" y="45178"/>
                  <a:pt x="90436" y="47194"/>
                  <a:pt x="83485" y="55536"/>
                </a:cubicBezTo>
                <a:cubicBezTo>
                  <a:pt x="79374" y="60469"/>
                  <a:pt x="82119" y="68406"/>
                  <a:pt x="80089" y="74497"/>
                </a:cubicBezTo>
              </a:path>
            </a:pathLst>
          </a:custGeom>
          <a:noFill/>
          <a:ln w="28575" cap="flat" cmpd="sng">
            <a:solidFill>
              <a:schemeClr val="lt2"/>
            </a:solidFill>
            <a:prstDash val="dash"/>
            <a:round/>
            <a:headEnd type="none" w="med" len="med"/>
            <a:tailEnd type="none" w="med" len="med"/>
          </a:ln>
        </p:spPr>
      </p:sp>
      <p:sp>
        <p:nvSpPr>
          <p:cNvPr id="11" name="Google Shape;11;p2"/>
          <p:cNvSpPr/>
          <p:nvPr/>
        </p:nvSpPr>
        <p:spPr>
          <a:xfrm rot="4500040">
            <a:off x="23511" y="-1500501"/>
            <a:ext cx="1775022" cy="3326101"/>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2" name="Google Shape;12;p2"/>
          <p:cNvSpPr/>
          <p:nvPr/>
        </p:nvSpPr>
        <p:spPr>
          <a:xfrm>
            <a:off x="-127350" y="0"/>
            <a:ext cx="3105900" cy="1105399"/>
          </a:xfrm>
          <a:custGeom>
            <a:avLst/>
            <a:gdLst/>
            <a:ahLst/>
            <a:cxnLst/>
            <a:rect l="l" t="t" r="r" b="b"/>
            <a:pathLst>
              <a:path w="124236" h="43366" extrusionOk="0">
                <a:moveTo>
                  <a:pt x="0" y="41601"/>
                </a:moveTo>
                <a:cubicBezTo>
                  <a:pt x="8132" y="44041"/>
                  <a:pt x="17279" y="43835"/>
                  <a:pt x="25470" y="41601"/>
                </a:cubicBezTo>
                <a:cubicBezTo>
                  <a:pt x="32737" y="39619"/>
                  <a:pt x="38906" y="33737"/>
                  <a:pt x="46412" y="33111"/>
                </a:cubicBezTo>
                <a:cubicBezTo>
                  <a:pt x="65851" y="31491"/>
                  <a:pt x="85786" y="42936"/>
                  <a:pt x="104710" y="38205"/>
                </a:cubicBezTo>
                <a:cubicBezTo>
                  <a:pt x="118585" y="34736"/>
                  <a:pt x="124236" y="14302"/>
                  <a:pt x="124236" y="0"/>
                </a:cubicBezTo>
              </a:path>
            </a:pathLst>
          </a:custGeom>
          <a:noFill/>
          <a:ln w="28575" cap="flat" cmpd="sng">
            <a:solidFill>
              <a:schemeClr val="lt2"/>
            </a:solidFill>
            <a:prstDash val="dash"/>
            <a:round/>
            <a:headEnd type="none" w="med" len="med"/>
            <a:tailEnd type="none" w="med" len="med"/>
          </a:ln>
        </p:spPr>
      </p:sp>
      <p:sp>
        <p:nvSpPr>
          <p:cNvPr id="13" name="Google Shape;13;p2"/>
          <p:cNvSpPr txBox="1">
            <a:spLocks noGrp="1"/>
          </p:cNvSpPr>
          <p:nvPr>
            <p:ph type="ctrTitle"/>
          </p:nvPr>
        </p:nvSpPr>
        <p:spPr>
          <a:xfrm>
            <a:off x="713226" y="1367613"/>
            <a:ext cx="6200100" cy="205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41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4" name="Google Shape;14;p2"/>
          <p:cNvSpPr txBox="1">
            <a:spLocks noGrp="1"/>
          </p:cNvSpPr>
          <p:nvPr>
            <p:ph type="subTitle" idx="1"/>
          </p:nvPr>
        </p:nvSpPr>
        <p:spPr>
          <a:xfrm>
            <a:off x="713225" y="3380079"/>
            <a:ext cx="3242700" cy="421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rot="-5805895">
            <a:off x="7546704" y="-1461385"/>
            <a:ext cx="1909250" cy="3577622"/>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7" name="Google Shape;17;p3"/>
          <p:cNvSpPr/>
          <p:nvPr/>
        </p:nvSpPr>
        <p:spPr>
          <a:xfrm rot="1662935">
            <a:off x="7047570" y="-1301917"/>
            <a:ext cx="2907758" cy="2400389"/>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18" name="Google Shape;18;p3"/>
          <p:cNvSpPr/>
          <p:nvPr/>
        </p:nvSpPr>
        <p:spPr>
          <a:xfrm rot="6393474">
            <a:off x="-554192" y="2949230"/>
            <a:ext cx="1909091" cy="3577323"/>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9" name="Google Shape;19;p3"/>
          <p:cNvSpPr/>
          <p:nvPr/>
        </p:nvSpPr>
        <p:spPr>
          <a:xfrm rot="-8385475">
            <a:off x="-1223388" y="3931933"/>
            <a:ext cx="2907567" cy="2400231"/>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20" name="Google Shape;20;p3"/>
          <p:cNvSpPr txBox="1">
            <a:spLocks noGrp="1"/>
          </p:cNvSpPr>
          <p:nvPr>
            <p:ph type="title"/>
          </p:nvPr>
        </p:nvSpPr>
        <p:spPr>
          <a:xfrm>
            <a:off x="713225" y="2517138"/>
            <a:ext cx="4705500" cy="756600"/>
          </a:xfrm>
          <a:prstGeom prst="rect">
            <a:avLst/>
          </a:prstGeom>
        </p:spPr>
        <p:txBody>
          <a:bodyPr spcFirstLastPara="1" wrap="square" lIns="91425" tIns="91425" rIns="91425" bIns="91425" anchor="ctr" anchorCtr="0">
            <a:noAutofit/>
          </a:bodyPr>
          <a:lstStyle>
            <a:lvl1pPr lvl="0" rtl="0">
              <a:spcBef>
                <a:spcPts val="0"/>
              </a:spcBef>
              <a:spcAft>
                <a:spcPts val="0"/>
              </a:spcAft>
              <a:buSzPts val="4200"/>
              <a:buNone/>
              <a:defRPr sz="6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1" name="Google Shape;21;p3"/>
          <p:cNvSpPr txBox="1">
            <a:spLocks noGrp="1"/>
          </p:cNvSpPr>
          <p:nvPr>
            <p:ph type="subTitle" idx="1"/>
          </p:nvPr>
        </p:nvSpPr>
        <p:spPr>
          <a:xfrm>
            <a:off x="713225" y="3345399"/>
            <a:ext cx="4864200" cy="42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22" name="Google Shape;22;p3"/>
          <p:cNvSpPr txBox="1">
            <a:spLocks noGrp="1"/>
          </p:cNvSpPr>
          <p:nvPr>
            <p:ph type="title" idx="2" hasCustomPrompt="1"/>
          </p:nvPr>
        </p:nvSpPr>
        <p:spPr>
          <a:xfrm>
            <a:off x="720000" y="1494088"/>
            <a:ext cx="1812900" cy="8256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78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rot="4597408" flipH="1">
            <a:off x="-166735" y="-1515680"/>
            <a:ext cx="2273420" cy="4259940"/>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25" name="Google Shape;25;p4"/>
          <p:cNvSpPr/>
          <p:nvPr/>
        </p:nvSpPr>
        <p:spPr>
          <a:xfrm rot="-6163845" flipH="1">
            <a:off x="7532717" y="2688717"/>
            <a:ext cx="2250562" cy="4217185"/>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26" name="Google Shape;26;p4"/>
          <p:cNvSpPr/>
          <p:nvPr/>
        </p:nvSpPr>
        <p:spPr>
          <a:xfrm flipH="1">
            <a:off x="5274" y="-390734"/>
            <a:ext cx="2730811" cy="30395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27" name="Google Shape;27;p4"/>
          <p:cNvSpPr/>
          <p:nvPr/>
        </p:nvSpPr>
        <p:spPr>
          <a:xfrm>
            <a:off x="6228913" y="3181350"/>
            <a:ext cx="3334175" cy="2581275"/>
          </a:xfrm>
          <a:custGeom>
            <a:avLst/>
            <a:gdLst/>
            <a:ahLst/>
            <a:cxnLst/>
            <a:rect l="l" t="t" r="r" b="b"/>
            <a:pathLst>
              <a:path w="133367" h="103251" extrusionOk="0">
                <a:moveTo>
                  <a:pt x="133367" y="0"/>
                </a:moveTo>
                <a:cubicBezTo>
                  <a:pt x="122444" y="0"/>
                  <a:pt x="110461" y="4734"/>
                  <a:pt x="103268" y="12954"/>
                </a:cubicBezTo>
                <a:cubicBezTo>
                  <a:pt x="93716" y="23870"/>
                  <a:pt x="88329" y="40210"/>
                  <a:pt x="75074" y="46101"/>
                </a:cubicBezTo>
                <a:cubicBezTo>
                  <a:pt x="52613" y="56083"/>
                  <a:pt x="22350" y="51581"/>
                  <a:pt x="4970" y="68961"/>
                </a:cubicBezTo>
                <a:cubicBezTo>
                  <a:pt x="-3162" y="77093"/>
                  <a:pt x="1160" y="91751"/>
                  <a:pt x="1160" y="103251"/>
                </a:cubicBezTo>
              </a:path>
            </a:pathLst>
          </a:custGeom>
          <a:noFill/>
          <a:ln w="28575" cap="flat" cmpd="sng">
            <a:solidFill>
              <a:schemeClr val="lt2"/>
            </a:solidFill>
            <a:prstDash val="dash"/>
            <a:round/>
            <a:headEnd type="none" w="med" len="med"/>
            <a:tailEnd type="none" w="med" len="med"/>
          </a:ln>
        </p:spPr>
      </p:sp>
      <p:sp>
        <p:nvSpPr>
          <p:cNvPr id="28" name="Google Shape;28;p4"/>
          <p:cNvSpPr txBox="1">
            <a:spLocks noGrp="1"/>
          </p:cNvSpPr>
          <p:nvPr>
            <p:ph type="title"/>
          </p:nvPr>
        </p:nvSpPr>
        <p:spPr>
          <a:xfrm>
            <a:off x="1921950" y="1452550"/>
            <a:ext cx="5300100" cy="1029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 name="Google Shape;29;p4"/>
          <p:cNvSpPr txBox="1">
            <a:spLocks noGrp="1"/>
          </p:cNvSpPr>
          <p:nvPr>
            <p:ph type="subTitle" idx="1"/>
          </p:nvPr>
        </p:nvSpPr>
        <p:spPr>
          <a:xfrm>
            <a:off x="2521050" y="2580250"/>
            <a:ext cx="4101900" cy="120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p:nvPr/>
        </p:nvSpPr>
        <p:spPr>
          <a:xfrm rot="-4597516">
            <a:off x="8102991" y="-1173234"/>
            <a:ext cx="1909220" cy="3577566"/>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32" name="Google Shape;32;p5"/>
          <p:cNvSpPr/>
          <p:nvPr/>
        </p:nvSpPr>
        <p:spPr>
          <a:xfrm rot="7102418">
            <a:off x="-1082735" y="2615423"/>
            <a:ext cx="1909099" cy="3577338"/>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33" name="Google Shape;33;p5"/>
          <p:cNvSpPr/>
          <p:nvPr/>
        </p:nvSpPr>
        <p:spPr>
          <a:xfrm rot="-7028495">
            <a:off x="-1829134" y="3355292"/>
            <a:ext cx="2907709" cy="2400349"/>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34" name="Google Shape;34;p5"/>
          <p:cNvSpPr/>
          <p:nvPr/>
        </p:nvSpPr>
        <p:spPr>
          <a:xfrm>
            <a:off x="7574453" y="-228600"/>
            <a:ext cx="2293450" cy="25527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35" name="Google Shape;35;p5"/>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 name="Google Shape;36;p5"/>
          <p:cNvSpPr txBox="1">
            <a:spLocks noGrp="1"/>
          </p:cNvSpPr>
          <p:nvPr>
            <p:ph type="ctrTitle" idx="2"/>
          </p:nvPr>
        </p:nvSpPr>
        <p:spPr>
          <a:xfrm flipH="1">
            <a:off x="1650578" y="2890975"/>
            <a:ext cx="18834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37" name="Google Shape;37;p5"/>
          <p:cNvSpPr txBox="1">
            <a:spLocks noGrp="1"/>
          </p:cNvSpPr>
          <p:nvPr>
            <p:ph type="subTitle" idx="1"/>
          </p:nvPr>
        </p:nvSpPr>
        <p:spPr>
          <a:xfrm flipH="1">
            <a:off x="713226" y="3289375"/>
            <a:ext cx="3758100" cy="90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38" name="Google Shape;38;p5"/>
          <p:cNvSpPr txBox="1">
            <a:spLocks noGrp="1"/>
          </p:cNvSpPr>
          <p:nvPr>
            <p:ph type="ctrTitle" idx="3"/>
          </p:nvPr>
        </p:nvSpPr>
        <p:spPr>
          <a:xfrm flipH="1">
            <a:off x="5612125" y="2890975"/>
            <a:ext cx="18834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39" name="Google Shape;39;p5"/>
          <p:cNvSpPr txBox="1">
            <a:spLocks noGrp="1"/>
          </p:cNvSpPr>
          <p:nvPr>
            <p:ph type="subTitle" idx="4"/>
          </p:nvPr>
        </p:nvSpPr>
        <p:spPr>
          <a:xfrm flipH="1">
            <a:off x="4676875" y="3289375"/>
            <a:ext cx="3753900" cy="90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2" name="Google Shape;42;p6"/>
          <p:cNvSpPr/>
          <p:nvPr/>
        </p:nvSpPr>
        <p:spPr>
          <a:xfrm rot="-4597516">
            <a:off x="8356966" y="-1278534"/>
            <a:ext cx="1909220" cy="3577566"/>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43" name="Google Shape;43;p6"/>
          <p:cNvSpPr/>
          <p:nvPr/>
        </p:nvSpPr>
        <p:spPr>
          <a:xfrm rot="7102418">
            <a:off x="-1089810" y="2805923"/>
            <a:ext cx="1909099" cy="3577338"/>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44" name="Google Shape;44;p6"/>
          <p:cNvSpPr/>
          <p:nvPr/>
        </p:nvSpPr>
        <p:spPr>
          <a:xfrm rot="-7028495">
            <a:off x="-1836209" y="3545792"/>
            <a:ext cx="2907709" cy="2400349"/>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45" name="Google Shape;45;p6"/>
          <p:cNvSpPr/>
          <p:nvPr/>
        </p:nvSpPr>
        <p:spPr>
          <a:xfrm>
            <a:off x="7828428" y="-257700"/>
            <a:ext cx="2293450" cy="25527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p:nvPr/>
        </p:nvSpPr>
        <p:spPr>
          <a:xfrm rot="4232041">
            <a:off x="-613183" y="-1828320"/>
            <a:ext cx="1999606" cy="3746934"/>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48" name="Google Shape;48;p7"/>
          <p:cNvSpPr/>
          <p:nvPr/>
        </p:nvSpPr>
        <p:spPr>
          <a:xfrm rot="-9898829">
            <a:off x="-1036881" y="-773149"/>
            <a:ext cx="3045116" cy="2513780"/>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49" name="Google Shape;49;p7"/>
          <p:cNvSpPr/>
          <p:nvPr/>
        </p:nvSpPr>
        <p:spPr>
          <a:xfrm rot="-7468832">
            <a:off x="8087733" y="-922938"/>
            <a:ext cx="1909191" cy="3577511"/>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50" name="Google Shape;50;p7"/>
          <p:cNvSpPr/>
          <p:nvPr/>
        </p:nvSpPr>
        <p:spPr>
          <a:xfrm>
            <a:off x="7388882" y="-714375"/>
            <a:ext cx="2907650" cy="2400300"/>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51" name="Google Shape;51;p7"/>
          <p:cNvSpPr/>
          <p:nvPr/>
        </p:nvSpPr>
        <p:spPr>
          <a:xfrm rot="6435161">
            <a:off x="-882395" y="2828974"/>
            <a:ext cx="1999595" cy="3746914"/>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52" name="Google Shape;52;p7"/>
          <p:cNvSpPr/>
          <p:nvPr/>
        </p:nvSpPr>
        <p:spPr>
          <a:xfrm rot="-7695647">
            <a:off x="-1588002" y="3856357"/>
            <a:ext cx="3045032" cy="2513711"/>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53" name="Google Shape;53;p7"/>
          <p:cNvSpPr txBox="1">
            <a:spLocks noGrp="1"/>
          </p:cNvSpPr>
          <p:nvPr>
            <p:ph type="title"/>
          </p:nvPr>
        </p:nvSpPr>
        <p:spPr>
          <a:xfrm>
            <a:off x="713225" y="1191499"/>
            <a:ext cx="3858900" cy="570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4" name="Google Shape;54;p7"/>
          <p:cNvSpPr txBox="1">
            <a:spLocks noGrp="1"/>
          </p:cNvSpPr>
          <p:nvPr>
            <p:ph type="body" idx="1"/>
          </p:nvPr>
        </p:nvSpPr>
        <p:spPr>
          <a:xfrm>
            <a:off x="713225" y="1692101"/>
            <a:ext cx="3858900" cy="2259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2"/>
              </a:buClr>
              <a:buSzPts val="12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5"/>
        <p:cNvGrpSpPr/>
        <p:nvPr/>
      </p:nvGrpSpPr>
      <p:grpSpPr>
        <a:xfrm>
          <a:off x="0" y="0"/>
          <a:ext cx="0" cy="0"/>
          <a:chOff x="0" y="0"/>
          <a:chExt cx="0" cy="0"/>
        </a:xfrm>
      </p:grpSpPr>
      <p:sp>
        <p:nvSpPr>
          <p:cNvPr id="56" name="Google Shape;56;p8"/>
          <p:cNvSpPr/>
          <p:nvPr/>
        </p:nvSpPr>
        <p:spPr>
          <a:xfrm rot="4597408" flipH="1">
            <a:off x="-166735" y="-1515680"/>
            <a:ext cx="2273420" cy="4259940"/>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57" name="Google Shape;57;p8"/>
          <p:cNvSpPr/>
          <p:nvPr/>
        </p:nvSpPr>
        <p:spPr>
          <a:xfrm rot="-6163845" flipH="1">
            <a:off x="7532717" y="2688717"/>
            <a:ext cx="2250562" cy="4217185"/>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58" name="Google Shape;58;p8"/>
          <p:cNvSpPr/>
          <p:nvPr/>
        </p:nvSpPr>
        <p:spPr>
          <a:xfrm flipH="1">
            <a:off x="5274" y="-390734"/>
            <a:ext cx="2730811" cy="30395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59" name="Google Shape;59;p8"/>
          <p:cNvSpPr/>
          <p:nvPr/>
        </p:nvSpPr>
        <p:spPr>
          <a:xfrm>
            <a:off x="6228913" y="3181350"/>
            <a:ext cx="3334175" cy="2581275"/>
          </a:xfrm>
          <a:custGeom>
            <a:avLst/>
            <a:gdLst/>
            <a:ahLst/>
            <a:cxnLst/>
            <a:rect l="l" t="t" r="r" b="b"/>
            <a:pathLst>
              <a:path w="133367" h="103251" extrusionOk="0">
                <a:moveTo>
                  <a:pt x="133367" y="0"/>
                </a:moveTo>
                <a:cubicBezTo>
                  <a:pt x="122444" y="0"/>
                  <a:pt x="110461" y="4734"/>
                  <a:pt x="103268" y="12954"/>
                </a:cubicBezTo>
                <a:cubicBezTo>
                  <a:pt x="93716" y="23870"/>
                  <a:pt x="88329" y="40210"/>
                  <a:pt x="75074" y="46101"/>
                </a:cubicBezTo>
                <a:cubicBezTo>
                  <a:pt x="52613" y="56083"/>
                  <a:pt x="22350" y="51581"/>
                  <a:pt x="4970" y="68961"/>
                </a:cubicBezTo>
                <a:cubicBezTo>
                  <a:pt x="-3162" y="77093"/>
                  <a:pt x="1160" y="91751"/>
                  <a:pt x="1160" y="103251"/>
                </a:cubicBezTo>
              </a:path>
            </a:pathLst>
          </a:custGeom>
          <a:noFill/>
          <a:ln w="28575" cap="flat" cmpd="sng">
            <a:solidFill>
              <a:schemeClr val="lt2"/>
            </a:solidFill>
            <a:prstDash val="dash"/>
            <a:round/>
            <a:headEnd type="none" w="med" len="med"/>
            <a:tailEnd type="none" w="med" len="med"/>
          </a:ln>
        </p:spPr>
      </p:sp>
      <p:sp>
        <p:nvSpPr>
          <p:cNvPr id="60" name="Google Shape;60;p8"/>
          <p:cNvSpPr txBox="1">
            <a:spLocks noGrp="1"/>
          </p:cNvSpPr>
          <p:nvPr>
            <p:ph type="title"/>
          </p:nvPr>
        </p:nvSpPr>
        <p:spPr>
          <a:xfrm>
            <a:off x="2194200" y="1684950"/>
            <a:ext cx="4755600" cy="165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713225" y="1749775"/>
            <a:ext cx="4705500" cy="7566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5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713225" y="2612050"/>
            <a:ext cx="3858900" cy="1026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4"/>
        <p:cNvGrpSpPr/>
        <p:nvPr/>
      </p:nvGrpSpPr>
      <p:grpSpPr>
        <a:xfrm>
          <a:off x="0" y="0"/>
          <a:ext cx="0" cy="0"/>
          <a:chOff x="0" y="0"/>
          <a:chExt cx="0" cy="0"/>
        </a:xfrm>
      </p:grpSpPr>
      <p:sp>
        <p:nvSpPr>
          <p:cNvPr id="65" name="Google Shape;65;p10"/>
          <p:cNvSpPr txBox="1">
            <a:spLocks noGrp="1"/>
          </p:cNvSpPr>
          <p:nvPr>
            <p:ph type="body" idx="1"/>
          </p:nvPr>
        </p:nvSpPr>
        <p:spPr>
          <a:xfrm>
            <a:off x="4572000" y="3695700"/>
            <a:ext cx="3858600" cy="912900"/>
          </a:xfrm>
          <a:prstGeom prst="rect">
            <a:avLst/>
          </a:prstGeom>
        </p:spPr>
        <p:txBody>
          <a:bodyPr spcFirstLastPara="1" wrap="square" lIns="91425" tIns="91425" rIns="91425" bIns="91425" anchor="ctr" anchorCtr="0">
            <a:noAutofit/>
          </a:bodyPr>
          <a:lstStyle>
            <a:lvl1pPr marL="457200" lvl="0" indent="-228600" algn="r">
              <a:lnSpc>
                <a:spcPct val="100000"/>
              </a:lnSpc>
              <a:spcBef>
                <a:spcPts val="0"/>
              </a:spcBef>
              <a:spcAft>
                <a:spcPts val="0"/>
              </a:spcAft>
              <a:buSzPts val="1400"/>
              <a:buNone/>
              <a:defRPr sz="2800" b="1">
                <a:solidFill>
                  <a:schemeClr val="lt2"/>
                </a:solidFill>
                <a:latin typeface="Montserrat Alternates"/>
                <a:ea typeface="Montserrat Alternates"/>
                <a:cs typeface="Montserrat Alternates"/>
                <a:sym typeface="Montserrat Alternates"/>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6"/>
        <p:cNvGrpSpPr/>
        <p:nvPr/>
      </p:nvGrpSpPr>
      <p:grpSpPr>
        <a:xfrm>
          <a:off x="0" y="0"/>
          <a:ext cx="0" cy="0"/>
          <a:chOff x="0" y="0"/>
          <a:chExt cx="0" cy="0"/>
        </a:xfrm>
      </p:grpSpPr>
      <p:sp>
        <p:nvSpPr>
          <p:cNvPr id="67" name="Google Shape;67;p11"/>
          <p:cNvSpPr/>
          <p:nvPr/>
        </p:nvSpPr>
        <p:spPr>
          <a:xfrm rot="-4597408">
            <a:off x="7490822" y="-1515680"/>
            <a:ext cx="2273420" cy="4259940"/>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68" name="Google Shape;68;p11"/>
          <p:cNvSpPr/>
          <p:nvPr/>
        </p:nvSpPr>
        <p:spPr>
          <a:xfrm rot="6163845">
            <a:off x="-185773" y="2688717"/>
            <a:ext cx="2250562" cy="4217185"/>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69" name="Google Shape;69;p11"/>
          <p:cNvSpPr/>
          <p:nvPr/>
        </p:nvSpPr>
        <p:spPr>
          <a:xfrm>
            <a:off x="6861422" y="-390734"/>
            <a:ext cx="2730811" cy="30395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70" name="Google Shape;70;p11"/>
          <p:cNvSpPr/>
          <p:nvPr/>
        </p:nvSpPr>
        <p:spPr>
          <a:xfrm flipH="1">
            <a:off x="-184306" y="3174300"/>
            <a:ext cx="3334175" cy="2581275"/>
          </a:xfrm>
          <a:custGeom>
            <a:avLst/>
            <a:gdLst/>
            <a:ahLst/>
            <a:cxnLst/>
            <a:rect l="l" t="t" r="r" b="b"/>
            <a:pathLst>
              <a:path w="133367" h="103251" extrusionOk="0">
                <a:moveTo>
                  <a:pt x="133367" y="0"/>
                </a:moveTo>
                <a:cubicBezTo>
                  <a:pt x="122444" y="0"/>
                  <a:pt x="110461" y="4734"/>
                  <a:pt x="103268" y="12954"/>
                </a:cubicBezTo>
                <a:cubicBezTo>
                  <a:pt x="93716" y="23870"/>
                  <a:pt x="88329" y="40210"/>
                  <a:pt x="75074" y="46101"/>
                </a:cubicBezTo>
                <a:cubicBezTo>
                  <a:pt x="52613" y="56083"/>
                  <a:pt x="22350" y="51581"/>
                  <a:pt x="4970" y="68961"/>
                </a:cubicBezTo>
                <a:cubicBezTo>
                  <a:pt x="-3162" y="77093"/>
                  <a:pt x="1160" y="91751"/>
                  <a:pt x="1160" y="103251"/>
                </a:cubicBezTo>
              </a:path>
            </a:pathLst>
          </a:custGeom>
          <a:noFill/>
          <a:ln w="28575" cap="flat" cmpd="sng">
            <a:solidFill>
              <a:schemeClr val="lt2"/>
            </a:solidFill>
            <a:prstDash val="dash"/>
            <a:round/>
            <a:headEnd type="none" w="med" len="med"/>
            <a:tailEnd type="none" w="med" len="med"/>
          </a:ln>
        </p:spPr>
      </p:sp>
      <p:sp>
        <p:nvSpPr>
          <p:cNvPr id="71" name="Google Shape;71;p11"/>
          <p:cNvSpPr txBox="1">
            <a:spLocks noGrp="1"/>
          </p:cNvSpPr>
          <p:nvPr>
            <p:ph type="title" hasCustomPrompt="1"/>
          </p:nvPr>
        </p:nvSpPr>
        <p:spPr>
          <a:xfrm>
            <a:off x="1940525" y="1576188"/>
            <a:ext cx="5262900" cy="15456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96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2" name="Google Shape;72;p11"/>
          <p:cNvSpPr txBox="1">
            <a:spLocks noGrp="1"/>
          </p:cNvSpPr>
          <p:nvPr>
            <p:ph type="body" idx="1"/>
          </p:nvPr>
        </p:nvSpPr>
        <p:spPr>
          <a:xfrm>
            <a:off x="2774675" y="3077450"/>
            <a:ext cx="3594600" cy="7434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73" name="Google Shape;73;p11"/>
          <p:cNvSpPr txBox="1">
            <a:spLocks noGrp="1"/>
          </p:cNvSpPr>
          <p:nvPr>
            <p:ph type="title" idx="2"/>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7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75"/>
        <p:cNvGrpSpPr/>
        <p:nvPr/>
      </p:nvGrpSpPr>
      <p:grpSpPr>
        <a:xfrm>
          <a:off x="0" y="0"/>
          <a:ext cx="0" cy="0"/>
          <a:chOff x="0" y="0"/>
          <a:chExt cx="0" cy="0"/>
        </a:xfrm>
      </p:grpSpPr>
      <p:sp>
        <p:nvSpPr>
          <p:cNvPr id="76" name="Google Shape;76;p13"/>
          <p:cNvSpPr/>
          <p:nvPr/>
        </p:nvSpPr>
        <p:spPr>
          <a:xfrm rot="-6131378">
            <a:off x="7640382" y="-1566663"/>
            <a:ext cx="1909181" cy="3577492"/>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77" name="Google Shape;77;p13"/>
          <p:cNvSpPr/>
          <p:nvPr/>
        </p:nvSpPr>
        <p:spPr>
          <a:xfrm rot="-8100215">
            <a:off x="6742807" y="-523001"/>
            <a:ext cx="3104211" cy="2106698"/>
          </a:xfrm>
          <a:custGeom>
            <a:avLst/>
            <a:gdLst/>
            <a:ahLst/>
            <a:cxnLst/>
            <a:rect l="l" t="t" r="r" b="b"/>
            <a:pathLst>
              <a:path w="109771" h="74497" extrusionOk="0">
                <a:moveTo>
                  <a:pt x="0" y="73365"/>
                </a:moveTo>
                <a:cubicBezTo>
                  <a:pt x="1349" y="65272"/>
                  <a:pt x="-2123" y="54829"/>
                  <a:pt x="3679" y="49027"/>
                </a:cubicBezTo>
                <a:cubicBezTo>
                  <a:pt x="12982" y="39724"/>
                  <a:pt x="30889" y="45163"/>
                  <a:pt x="41318" y="37141"/>
                </a:cubicBezTo>
                <a:cubicBezTo>
                  <a:pt x="51397" y="29388"/>
                  <a:pt x="53170" y="14037"/>
                  <a:pt x="62543" y="5445"/>
                </a:cubicBezTo>
                <a:cubicBezTo>
                  <a:pt x="70964" y="-2275"/>
                  <a:pt x="86472" y="-882"/>
                  <a:pt x="96786" y="4030"/>
                </a:cubicBezTo>
                <a:cubicBezTo>
                  <a:pt x="106735" y="8768"/>
                  <a:pt x="112157" y="24423"/>
                  <a:pt x="108672" y="34877"/>
                </a:cubicBezTo>
                <a:cubicBezTo>
                  <a:pt x="105238" y="45178"/>
                  <a:pt x="90436" y="47194"/>
                  <a:pt x="83485" y="55536"/>
                </a:cubicBezTo>
                <a:cubicBezTo>
                  <a:pt x="79374" y="60469"/>
                  <a:pt x="82119" y="68406"/>
                  <a:pt x="80089" y="74497"/>
                </a:cubicBezTo>
              </a:path>
            </a:pathLst>
          </a:custGeom>
          <a:noFill/>
          <a:ln w="28575" cap="flat" cmpd="sng">
            <a:solidFill>
              <a:schemeClr val="lt2"/>
            </a:solidFill>
            <a:prstDash val="dash"/>
            <a:round/>
            <a:headEnd type="none" w="med" len="med"/>
            <a:tailEnd type="none" w="med" len="med"/>
          </a:ln>
        </p:spPr>
      </p:sp>
      <p:sp>
        <p:nvSpPr>
          <p:cNvPr id="78" name="Google Shape;78;p13"/>
          <p:cNvSpPr/>
          <p:nvPr/>
        </p:nvSpPr>
        <p:spPr>
          <a:xfrm rot="5429406">
            <a:off x="-761207" y="3423358"/>
            <a:ext cx="1909163" cy="3577459"/>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79" name="Google Shape;79;p13"/>
          <p:cNvSpPr/>
          <p:nvPr/>
        </p:nvSpPr>
        <p:spPr>
          <a:xfrm rot="3460702">
            <a:off x="-998384" y="3923825"/>
            <a:ext cx="3104220" cy="2106705"/>
          </a:xfrm>
          <a:custGeom>
            <a:avLst/>
            <a:gdLst/>
            <a:ahLst/>
            <a:cxnLst/>
            <a:rect l="l" t="t" r="r" b="b"/>
            <a:pathLst>
              <a:path w="109771" h="74497" extrusionOk="0">
                <a:moveTo>
                  <a:pt x="0" y="73365"/>
                </a:moveTo>
                <a:cubicBezTo>
                  <a:pt x="1349" y="65272"/>
                  <a:pt x="-2123" y="54829"/>
                  <a:pt x="3679" y="49027"/>
                </a:cubicBezTo>
                <a:cubicBezTo>
                  <a:pt x="12982" y="39724"/>
                  <a:pt x="30889" y="45163"/>
                  <a:pt x="41318" y="37141"/>
                </a:cubicBezTo>
                <a:cubicBezTo>
                  <a:pt x="51397" y="29388"/>
                  <a:pt x="53170" y="14037"/>
                  <a:pt x="62543" y="5445"/>
                </a:cubicBezTo>
                <a:cubicBezTo>
                  <a:pt x="70964" y="-2275"/>
                  <a:pt x="86472" y="-882"/>
                  <a:pt x="96786" y="4030"/>
                </a:cubicBezTo>
                <a:cubicBezTo>
                  <a:pt x="106735" y="8768"/>
                  <a:pt x="112157" y="24423"/>
                  <a:pt x="108672" y="34877"/>
                </a:cubicBezTo>
                <a:cubicBezTo>
                  <a:pt x="105238" y="45178"/>
                  <a:pt x="90436" y="47194"/>
                  <a:pt x="83485" y="55536"/>
                </a:cubicBezTo>
                <a:cubicBezTo>
                  <a:pt x="79374" y="60469"/>
                  <a:pt x="82119" y="68406"/>
                  <a:pt x="80089" y="74497"/>
                </a:cubicBezTo>
              </a:path>
            </a:pathLst>
          </a:custGeom>
          <a:noFill/>
          <a:ln w="28575" cap="flat" cmpd="sng">
            <a:solidFill>
              <a:schemeClr val="lt2"/>
            </a:solidFill>
            <a:prstDash val="dash"/>
            <a:round/>
            <a:headEnd type="none" w="med" len="med"/>
            <a:tailEnd type="none" w="med" len="med"/>
          </a:ln>
        </p:spPr>
      </p:sp>
      <p:sp>
        <p:nvSpPr>
          <p:cNvPr id="80" name="Google Shape;80;p13"/>
          <p:cNvSpPr txBox="1">
            <a:spLocks noGrp="1"/>
          </p:cNvSpPr>
          <p:nvPr>
            <p:ph type="ctrTitle"/>
          </p:nvPr>
        </p:nvSpPr>
        <p:spPr>
          <a:xfrm flipH="1">
            <a:off x="3479100" y="1876425"/>
            <a:ext cx="2388000" cy="4194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81" name="Google Shape;81;p13"/>
          <p:cNvSpPr txBox="1">
            <a:spLocks noGrp="1"/>
          </p:cNvSpPr>
          <p:nvPr>
            <p:ph type="subTitle" idx="1"/>
          </p:nvPr>
        </p:nvSpPr>
        <p:spPr>
          <a:xfrm flipH="1">
            <a:off x="3479104" y="2207925"/>
            <a:ext cx="23880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82" name="Google Shape;82;p13"/>
          <p:cNvSpPr txBox="1">
            <a:spLocks noGrp="1"/>
          </p:cNvSpPr>
          <p:nvPr>
            <p:ph type="title" idx="2" hasCustomPrompt="1"/>
          </p:nvPr>
        </p:nvSpPr>
        <p:spPr>
          <a:xfrm flipH="1">
            <a:off x="3479100" y="1236725"/>
            <a:ext cx="9666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4800"/>
              <a:buNone/>
              <a:defRPr sz="3800">
                <a:solidFill>
                  <a:schemeClr val="accent1"/>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83" name="Google Shape;83;p13"/>
          <p:cNvSpPr txBox="1">
            <a:spLocks noGrp="1"/>
          </p:cNvSpPr>
          <p:nvPr>
            <p:ph type="ctrTitle" idx="3"/>
          </p:nvPr>
        </p:nvSpPr>
        <p:spPr>
          <a:xfrm flipH="1">
            <a:off x="3479500" y="3460129"/>
            <a:ext cx="3220500" cy="4194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84" name="Google Shape;84;p13"/>
          <p:cNvSpPr txBox="1">
            <a:spLocks noGrp="1"/>
          </p:cNvSpPr>
          <p:nvPr>
            <p:ph type="subTitle" idx="4"/>
          </p:nvPr>
        </p:nvSpPr>
        <p:spPr>
          <a:xfrm flipH="1">
            <a:off x="3479100" y="3791725"/>
            <a:ext cx="2388000" cy="61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85" name="Google Shape;85;p13"/>
          <p:cNvSpPr txBox="1">
            <a:spLocks noGrp="1"/>
          </p:cNvSpPr>
          <p:nvPr>
            <p:ph type="title" idx="5" hasCustomPrompt="1"/>
          </p:nvPr>
        </p:nvSpPr>
        <p:spPr>
          <a:xfrm flipH="1">
            <a:off x="3479087" y="2820525"/>
            <a:ext cx="10290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4800"/>
              <a:buNone/>
              <a:defRPr sz="3800">
                <a:solidFill>
                  <a:schemeClr val="accent1"/>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86" name="Google Shape;86;p13"/>
          <p:cNvSpPr txBox="1">
            <a:spLocks noGrp="1"/>
          </p:cNvSpPr>
          <p:nvPr>
            <p:ph type="ctrTitle" idx="6"/>
          </p:nvPr>
        </p:nvSpPr>
        <p:spPr>
          <a:xfrm flipH="1">
            <a:off x="713100" y="1876425"/>
            <a:ext cx="2388000" cy="4194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87" name="Google Shape;87;p13"/>
          <p:cNvSpPr txBox="1">
            <a:spLocks noGrp="1"/>
          </p:cNvSpPr>
          <p:nvPr>
            <p:ph type="subTitle" idx="7"/>
          </p:nvPr>
        </p:nvSpPr>
        <p:spPr>
          <a:xfrm flipH="1">
            <a:off x="713229" y="2207925"/>
            <a:ext cx="23880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88" name="Google Shape;88;p13"/>
          <p:cNvSpPr txBox="1">
            <a:spLocks noGrp="1"/>
          </p:cNvSpPr>
          <p:nvPr>
            <p:ph type="title" idx="8" hasCustomPrompt="1"/>
          </p:nvPr>
        </p:nvSpPr>
        <p:spPr>
          <a:xfrm flipH="1">
            <a:off x="713352" y="1236725"/>
            <a:ext cx="9666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4800"/>
              <a:buNone/>
              <a:defRPr sz="3800">
                <a:solidFill>
                  <a:schemeClr val="accent1"/>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89" name="Google Shape;89;p13"/>
          <p:cNvSpPr txBox="1">
            <a:spLocks noGrp="1"/>
          </p:cNvSpPr>
          <p:nvPr>
            <p:ph type="ctrTitle" idx="9"/>
          </p:nvPr>
        </p:nvSpPr>
        <p:spPr>
          <a:xfrm flipH="1">
            <a:off x="713175" y="3460125"/>
            <a:ext cx="2388000" cy="4194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90" name="Google Shape;90;p13"/>
          <p:cNvSpPr txBox="1">
            <a:spLocks noGrp="1"/>
          </p:cNvSpPr>
          <p:nvPr>
            <p:ph type="subTitle" idx="13"/>
          </p:nvPr>
        </p:nvSpPr>
        <p:spPr>
          <a:xfrm flipH="1">
            <a:off x="713225" y="3791725"/>
            <a:ext cx="2388000" cy="61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91" name="Google Shape;91;p13"/>
          <p:cNvSpPr txBox="1">
            <a:spLocks noGrp="1"/>
          </p:cNvSpPr>
          <p:nvPr>
            <p:ph type="title" idx="14" hasCustomPrompt="1"/>
          </p:nvPr>
        </p:nvSpPr>
        <p:spPr>
          <a:xfrm flipH="1">
            <a:off x="713352" y="2820525"/>
            <a:ext cx="9666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4800"/>
              <a:buNone/>
              <a:defRPr sz="3800">
                <a:solidFill>
                  <a:schemeClr val="accent1"/>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92" name="Google Shape;92;p13"/>
          <p:cNvSpPr txBox="1">
            <a:spLocks noGrp="1"/>
          </p:cNvSpPr>
          <p:nvPr>
            <p:ph type="title" idx="15"/>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93"/>
        <p:cNvGrpSpPr/>
        <p:nvPr/>
      </p:nvGrpSpPr>
      <p:grpSpPr>
        <a:xfrm>
          <a:off x="0" y="0"/>
          <a:ext cx="0" cy="0"/>
          <a:chOff x="0" y="0"/>
          <a:chExt cx="0" cy="0"/>
        </a:xfrm>
      </p:grpSpPr>
      <p:sp>
        <p:nvSpPr>
          <p:cNvPr id="94" name="Google Shape;94;p14"/>
          <p:cNvSpPr/>
          <p:nvPr/>
        </p:nvSpPr>
        <p:spPr>
          <a:xfrm rot="4597408" flipH="1">
            <a:off x="-166735" y="-1515680"/>
            <a:ext cx="2273420" cy="4259940"/>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95" name="Google Shape;95;p14"/>
          <p:cNvSpPr/>
          <p:nvPr/>
        </p:nvSpPr>
        <p:spPr>
          <a:xfrm rot="-6163845" flipH="1">
            <a:off x="7532717" y="2688717"/>
            <a:ext cx="2250562" cy="4217185"/>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96" name="Google Shape;96;p14"/>
          <p:cNvSpPr/>
          <p:nvPr/>
        </p:nvSpPr>
        <p:spPr>
          <a:xfrm flipH="1">
            <a:off x="5274" y="-390734"/>
            <a:ext cx="2730811" cy="30395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97" name="Google Shape;97;p14"/>
          <p:cNvSpPr/>
          <p:nvPr/>
        </p:nvSpPr>
        <p:spPr>
          <a:xfrm>
            <a:off x="6228913" y="3181350"/>
            <a:ext cx="3334175" cy="2581275"/>
          </a:xfrm>
          <a:custGeom>
            <a:avLst/>
            <a:gdLst/>
            <a:ahLst/>
            <a:cxnLst/>
            <a:rect l="l" t="t" r="r" b="b"/>
            <a:pathLst>
              <a:path w="133367" h="103251" extrusionOk="0">
                <a:moveTo>
                  <a:pt x="133367" y="0"/>
                </a:moveTo>
                <a:cubicBezTo>
                  <a:pt x="122444" y="0"/>
                  <a:pt x="110461" y="4734"/>
                  <a:pt x="103268" y="12954"/>
                </a:cubicBezTo>
                <a:cubicBezTo>
                  <a:pt x="93716" y="23870"/>
                  <a:pt x="88329" y="40210"/>
                  <a:pt x="75074" y="46101"/>
                </a:cubicBezTo>
                <a:cubicBezTo>
                  <a:pt x="52613" y="56083"/>
                  <a:pt x="22350" y="51581"/>
                  <a:pt x="4970" y="68961"/>
                </a:cubicBezTo>
                <a:cubicBezTo>
                  <a:pt x="-3162" y="77093"/>
                  <a:pt x="1160" y="91751"/>
                  <a:pt x="1160" y="103251"/>
                </a:cubicBezTo>
              </a:path>
            </a:pathLst>
          </a:custGeom>
          <a:noFill/>
          <a:ln w="28575" cap="flat" cmpd="sng">
            <a:solidFill>
              <a:schemeClr val="lt2"/>
            </a:solidFill>
            <a:prstDash val="dash"/>
            <a:round/>
            <a:headEnd type="none" w="med" len="med"/>
            <a:tailEnd type="none" w="med" len="med"/>
          </a:ln>
        </p:spPr>
      </p:sp>
      <p:sp>
        <p:nvSpPr>
          <p:cNvPr id="98" name="Google Shape;98;p14"/>
          <p:cNvSpPr txBox="1">
            <a:spLocks noGrp="1"/>
          </p:cNvSpPr>
          <p:nvPr>
            <p:ph type="title"/>
          </p:nvPr>
        </p:nvSpPr>
        <p:spPr>
          <a:xfrm>
            <a:off x="4070575" y="3205063"/>
            <a:ext cx="4360200" cy="531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99" name="Google Shape;99;p14"/>
          <p:cNvSpPr txBox="1">
            <a:spLocks noGrp="1"/>
          </p:cNvSpPr>
          <p:nvPr>
            <p:ph type="subTitle" idx="1"/>
          </p:nvPr>
        </p:nvSpPr>
        <p:spPr>
          <a:xfrm>
            <a:off x="2533650" y="1616100"/>
            <a:ext cx="5897100" cy="1478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3000"/>
              <a:buNone/>
              <a:defRPr sz="28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1">
  <p:cSld name="SECTION_HEADER_1">
    <p:spTree>
      <p:nvGrpSpPr>
        <p:cNvPr id="1" name="Shape 100"/>
        <p:cNvGrpSpPr/>
        <p:nvPr/>
      </p:nvGrpSpPr>
      <p:grpSpPr>
        <a:xfrm>
          <a:off x="0" y="0"/>
          <a:ext cx="0" cy="0"/>
          <a:chOff x="0" y="0"/>
          <a:chExt cx="0" cy="0"/>
        </a:xfrm>
      </p:grpSpPr>
      <p:sp>
        <p:nvSpPr>
          <p:cNvPr id="101" name="Google Shape;101;p15"/>
          <p:cNvSpPr/>
          <p:nvPr/>
        </p:nvSpPr>
        <p:spPr>
          <a:xfrm rot="5805895" flipH="1">
            <a:off x="-584523" y="-1656360"/>
            <a:ext cx="1909250" cy="3577622"/>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02" name="Google Shape;102;p15"/>
          <p:cNvSpPr/>
          <p:nvPr/>
        </p:nvSpPr>
        <p:spPr>
          <a:xfrm rot="-1662935" flipH="1">
            <a:off x="-1219797" y="-1301917"/>
            <a:ext cx="2907758" cy="2400389"/>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103" name="Google Shape;103;p15"/>
          <p:cNvSpPr/>
          <p:nvPr/>
        </p:nvSpPr>
        <p:spPr>
          <a:xfrm rot="-6393474" flipH="1">
            <a:off x="7380632" y="2949230"/>
            <a:ext cx="1909091" cy="3577323"/>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04" name="Google Shape;104;p15"/>
          <p:cNvSpPr/>
          <p:nvPr/>
        </p:nvSpPr>
        <p:spPr>
          <a:xfrm rot="8385475" flipH="1">
            <a:off x="7051352" y="3931933"/>
            <a:ext cx="2907567" cy="2400231"/>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105" name="Google Shape;105;p15"/>
          <p:cNvSpPr txBox="1">
            <a:spLocks noGrp="1"/>
          </p:cNvSpPr>
          <p:nvPr>
            <p:ph type="title"/>
          </p:nvPr>
        </p:nvSpPr>
        <p:spPr>
          <a:xfrm>
            <a:off x="2995050" y="2676150"/>
            <a:ext cx="5436000" cy="756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200"/>
              <a:buNone/>
              <a:defRPr sz="6000"/>
            </a:lvl1pPr>
            <a:lvl2pPr lvl="1" algn="r" rtl="0">
              <a:spcBef>
                <a:spcPts val="0"/>
              </a:spcBef>
              <a:spcAft>
                <a:spcPts val="0"/>
              </a:spcAft>
              <a:buSzPts val="4200"/>
              <a:buNone/>
              <a:defRPr sz="4200"/>
            </a:lvl2pPr>
            <a:lvl3pPr lvl="2" algn="r" rtl="0">
              <a:spcBef>
                <a:spcPts val="0"/>
              </a:spcBef>
              <a:spcAft>
                <a:spcPts val="0"/>
              </a:spcAft>
              <a:buSzPts val="4200"/>
              <a:buNone/>
              <a:defRPr sz="4200"/>
            </a:lvl3pPr>
            <a:lvl4pPr lvl="3" algn="r" rtl="0">
              <a:spcBef>
                <a:spcPts val="0"/>
              </a:spcBef>
              <a:spcAft>
                <a:spcPts val="0"/>
              </a:spcAft>
              <a:buSzPts val="4200"/>
              <a:buNone/>
              <a:defRPr sz="4200"/>
            </a:lvl4pPr>
            <a:lvl5pPr lvl="4" algn="r" rtl="0">
              <a:spcBef>
                <a:spcPts val="0"/>
              </a:spcBef>
              <a:spcAft>
                <a:spcPts val="0"/>
              </a:spcAft>
              <a:buSzPts val="4200"/>
              <a:buNone/>
              <a:defRPr sz="4200"/>
            </a:lvl5pPr>
            <a:lvl6pPr lvl="5" algn="r" rtl="0">
              <a:spcBef>
                <a:spcPts val="0"/>
              </a:spcBef>
              <a:spcAft>
                <a:spcPts val="0"/>
              </a:spcAft>
              <a:buSzPts val="4200"/>
              <a:buNone/>
              <a:defRPr sz="4200"/>
            </a:lvl6pPr>
            <a:lvl7pPr lvl="6" algn="r" rtl="0">
              <a:spcBef>
                <a:spcPts val="0"/>
              </a:spcBef>
              <a:spcAft>
                <a:spcPts val="0"/>
              </a:spcAft>
              <a:buSzPts val="4200"/>
              <a:buNone/>
              <a:defRPr sz="4200"/>
            </a:lvl7pPr>
            <a:lvl8pPr lvl="7" algn="r" rtl="0">
              <a:spcBef>
                <a:spcPts val="0"/>
              </a:spcBef>
              <a:spcAft>
                <a:spcPts val="0"/>
              </a:spcAft>
              <a:buSzPts val="4200"/>
              <a:buNone/>
              <a:defRPr sz="4200"/>
            </a:lvl8pPr>
            <a:lvl9pPr lvl="8" algn="r" rtl="0">
              <a:spcBef>
                <a:spcPts val="0"/>
              </a:spcBef>
              <a:spcAft>
                <a:spcPts val="0"/>
              </a:spcAft>
              <a:buSzPts val="4200"/>
              <a:buNone/>
              <a:defRPr sz="4200"/>
            </a:lvl9pPr>
          </a:lstStyle>
          <a:p>
            <a:endParaRPr/>
          </a:p>
        </p:txBody>
      </p:sp>
      <p:sp>
        <p:nvSpPr>
          <p:cNvPr id="106" name="Google Shape;106;p15"/>
          <p:cNvSpPr txBox="1">
            <a:spLocks noGrp="1"/>
          </p:cNvSpPr>
          <p:nvPr>
            <p:ph type="subTitle" idx="1"/>
          </p:nvPr>
        </p:nvSpPr>
        <p:spPr>
          <a:xfrm>
            <a:off x="2995050" y="3538425"/>
            <a:ext cx="5435700" cy="393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sp>
        <p:nvSpPr>
          <p:cNvPr id="107" name="Google Shape;107;p15"/>
          <p:cNvSpPr txBox="1">
            <a:spLocks noGrp="1"/>
          </p:cNvSpPr>
          <p:nvPr>
            <p:ph type="title" idx="2" hasCustomPrompt="1"/>
          </p:nvPr>
        </p:nvSpPr>
        <p:spPr>
          <a:xfrm>
            <a:off x="6617875" y="1653100"/>
            <a:ext cx="1812900" cy="822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7800">
                <a:solidFill>
                  <a:schemeClr val="accent1"/>
                </a:solidFill>
              </a:defRPr>
            </a:lvl1pPr>
            <a:lvl2pPr lvl="1" algn="r" rtl="0">
              <a:spcBef>
                <a:spcPts val="0"/>
              </a:spcBef>
              <a:spcAft>
                <a:spcPts val="0"/>
              </a:spcAft>
              <a:buSzPts val="6000"/>
              <a:buNone/>
              <a:defRPr sz="6000"/>
            </a:lvl2pPr>
            <a:lvl3pPr lvl="2" algn="r" rtl="0">
              <a:spcBef>
                <a:spcPts val="0"/>
              </a:spcBef>
              <a:spcAft>
                <a:spcPts val="0"/>
              </a:spcAft>
              <a:buSzPts val="6000"/>
              <a:buNone/>
              <a:defRPr sz="6000"/>
            </a:lvl3pPr>
            <a:lvl4pPr lvl="3" algn="r" rtl="0">
              <a:spcBef>
                <a:spcPts val="0"/>
              </a:spcBef>
              <a:spcAft>
                <a:spcPts val="0"/>
              </a:spcAft>
              <a:buSzPts val="6000"/>
              <a:buNone/>
              <a:defRPr sz="6000"/>
            </a:lvl4pPr>
            <a:lvl5pPr lvl="4" algn="r" rtl="0">
              <a:spcBef>
                <a:spcPts val="0"/>
              </a:spcBef>
              <a:spcAft>
                <a:spcPts val="0"/>
              </a:spcAft>
              <a:buSzPts val="6000"/>
              <a:buNone/>
              <a:defRPr sz="6000"/>
            </a:lvl5pPr>
            <a:lvl6pPr lvl="5" algn="r" rtl="0">
              <a:spcBef>
                <a:spcPts val="0"/>
              </a:spcBef>
              <a:spcAft>
                <a:spcPts val="0"/>
              </a:spcAft>
              <a:buSzPts val="6000"/>
              <a:buNone/>
              <a:defRPr sz="6000"/>
            </a:lvl6pPr>
            <a:lvl7pPr lvl="6" algn="r" rtl="0">
              <a:spcBef>
                <a:spcPts val="0"/>
              </a:spcBef>
              <a:spcAft>
                <a:spcPts val="0"/>
              </a:spcAft>
              <a:buSzPts val="6000"/>
              <a:buNone/>
              <a:defRPr sz="6000"/>
            </a:lvl7pPr>
            <a:lvl8pPr lvl="7" algn="r" rtl="0">
              <a:spcBef>
                <a:spcPts val="0"/>
              </a:spcBef>
              <a:spcAft>
                <a:spcPts val="0"/>
              </a:spcAft>
              <a:buSzPts val="6000"/>
              <a:buNone/>
              <a:defRPr sz="6000"/>
            </a:lvl8pPr>
            <a:lvl9pPr lvl="8" algn="r" rtl="0">
              <a:spcBef>
                <a:spcPts val="0"/>
              </a:spcBef>
              <a:spcAft>
                <a:spcPts val="0"/>
              </a:spcAft>
              <a:buSzPts val="6000"/>
              <a:buNone/>
              <a:defRPr sz="6000"/>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2">
    <p:spTree>
      <p:nvGrpSpPr>
        <p:cNvPr id="1" name="Shape 108"/>
        <p:cNvGrpSpPr/>
        <p:nvPr/>
      </p:nvGrpSpPr>
      <p:grpSpPr>
        <a:xfrm>
          <a:off x="0" y="0"/>
          <a:ext cx="0" cy="0"/>
          <a:chOff x="0" y="0"/>
          <a:chExt cx="0" cy="0"/>
        </a:xfrm>
      </p:grpSpPr>
      <p:sp>
        <p:nvSpPr>
          <p:cNvPr id="109" name="Google Shape;109;p16"/>
          <p:cNvSpPr/>
          <p:nvPr/>
        </p:nvSpPr>
        <p:spPr>
          <a:xfrm rot="7102418">
            <a:off x="-1089810" y="2805923"/>
            <a:ext cx="1909099" cy="3577338"/>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10" name="Google Shape;110;p16"/>
          <p:cNvSpPr/>
          <p:nvPr/>
        </p:nvSpPr>
        <p:spPr>
          <a:xfrm rot="-7028495">
            <a:off x="-1836209" y="3545792"/>
            <a:ext cx="2907709" cy="2400349"/>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111" name="Google Shape;111;p16"/>
          <p:cNvSpPr/>
          <p:nvPr/>
        </p:nvSpPr>
        <p:spPr>
          <a:xfrm rot="-4597516">
            <a:off x="7560791" y="-1180309"/>
            <a:ext cx="1909220" cy="3577566"/>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12" name="Google Shape;112;p16"/>
          <p:cNvSpPr/>
          <p:nvPr/>
        </p:nvSpPr>
        <p:spPr>
          <a:xfrm>
            <a:off x="7032253" y="-159475"/>
            <a:ext cx="2293450" cy="25527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113" name="Google Shape;113;p1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4" name="Google Shape;114;p16"/>
          <p:cNvSpPr txBox="1">
            <a:spLocks noGrp="1"/>
          </p:cNvSpPr>
          <p:nvPr>
            <p:ph type="ctrTitle" idx="2"/>
          </p:nvPr>
        </p:nvSpPr>
        <p:spPr>
          <a:xfrm flipH="1">
            <a:off x="775825" y="1677900"/>
            <a:ext cx="2274600" cy="339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15" name="Google Shape;115;p16"/>
          <p:cNvSpPr txBox="1">
            <a:spLocks noGrp="1"/>
          </p:cNvSpPr>
          <p:nvPr>
            <p:ph type="subTitle" idx="1"/>
          </p:nvPr>
        </p:nvSpPr>
        <p:spPr>
          <a:xfrm flipH="1">
            <a:off x="775750" y="2076300"/>
            <a:ext cx="34287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16" name="Google Shape;116;p16"/>
          <p:cNvSpPr txBox="1">
            <a:spLocks noGrp="1"/>
          </p:cNvSpPr>
          <p:nvPr>
            <p:ph type="ctrTitle" idx="3"/>
          </p:nvPr>
        </p:nvSpPr>
        <p:spPr>
          <a:xfrm flipH="1">
            <a:off x="775778" y="3346275"/>
            <a:ext cx="2274600" cy="339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17" name="Google Shape;117;p16"/>
          <p:cNvSpPr txBox="1">
            <a:spLocks noGrp="1"/>
          </p:cNvSpPr>
          <p:nvPr>
            <p:ph type="subTitle" idx="4"/>
          </p:nvPr>
        </p:nvSpPr>
        <p:spPr>
          <a:xfrm flipH="1">
            <a:off x="775518" y="3744675"/>
            <a:ext cx="3425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1" name="Shape 118"/>
        <p:cNvGrpSpPr/>
        <p:nvPr/>
      </p:nvGrpSpPr>
      <p:grpSpPr>
        <a:xfrm>
          <a:off x="0" y="0"/>
          <a:ext cx="0" cy="0"/>
          <a:chOff x="0" y="0"/>
          <a:chExt cx="0" cy="0"/>
        </a:xfrm>
      </p:grpSpPr>
      <p:sp>
        <p:nvSpPr>
          <p:cNvPr id="119" name="Google Shape;119;p17"/>
          <p:cNvSpPr/>
          <p:nvPr/>
        </p:nvSpPr>
        <p:spPr>
          <a:xfrm rot="-4597516">
            <a:off x="8102991" y="-1173234"/>
            <a:ext cx="1909220" cy="3577566"/>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20" name="Google Shape;120;p17"/>
          <p:cNvSpPr/>
          <p:nvPr/>
        </p:nvSpPr>
        <p:spPr>
          <a:xfrm rot="7102418">
            <a:off x="-1082735" y="2615423"/>
            <a:ext cx="1909099" cy="3577338"/>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21" name="Google Shape;121;p17"/>
          <p:cNvSpPr/>
          <p:nvPr/>
        </p:nvSpPr>
        <p:spPr>
          <a:xfrm rot="-7028495">
            <a:off x="-1829134" y="3355292"/>
            <a:ext cx="2907709" cy="2400349"/>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122" name="Google Shape;122;p17"/>
          <p:cNvSpPr/>
          <p:nvPr/>
        </p:nvSpPr>
        <p:spPr>
          <a:xfrm>
            <a:off x="7574453" y="-152400"/>
            <a:ext cx="2293450" cy="25527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123" name="Google Shape;123;p17"/>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4" name="Google Shape;124;p17"/>
          <p:cNvSpPr txBox="1">
            <a:spLocks noGrp="1"/>
          </p:cNvSpPr>
          <p:nvPr>
            <p:ph type="ctrTitle" idx="2"/>
          </p:nvPr>
        </p:nvSpPr>
        <p:spPr>
          <a:xfrm flipH="1">
            <a:off x="1138175" y="2799975"/>
            <a:ext cx="14082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25" name="Google Shape;125;p17"/>
          <p:cNvSpPr txBox="1">
            <a:spLocks noGrp="1"/>
          </p:cNvSpPr>
          <p:nvPr>
            <p:ph type="subTitle" idx="1"/>
          </p:nvPr>
        </p:nvSpPr>
        <p:spPr>
          <a:xfrm flipH="1">
            <a:off x="712925" y="3198375"/>
            <a:ext cx="2258700" cy="86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26" name="Google Shape;126;p17"/>
          <p:cNvSpPr txBox="1">
            <a:spLocks noGrp="1"/>
          </p:cNvSpPr>
          <p:nvPr>
            <p:ph type="ctrTitle" idx="3"/>
          </p:nvPr>
        </p:nvSpPr>
        <p:spPr>
          <a:xfrm flipH="1">
            <a:off x="3867875" y="2799975"/>
            <a:ext cx="14082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27" name="Google Shape;127;p17"/>
          <p:cNvSpPr txBox="1">
            <a:spLocks noGrp="1"/>
          </p:cNvSpPr>
          <p:nvPr>
            <p:ph type="subTitle" idx="4"/>
          </p:nvPr>
        </p:nvSpPr>
        <p:spPr>
          <a:xfrm flipH="1">
            <a:off x="3442625" y="3198375"/>
            <a:ext cx="2258700" cy="86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28" name="Google Shape;128;p17"/>
          <p:cNvSpPr txBox="1">
            <a:spLocks noGrp="1"/>
          </p:cNvSpPr>
          <p:nvPr>
            <p:ph type="ctrTitle" idx="5"/>
          </p:nvPr>
        </p:nvSpPr>
        <p:spPr>
          <a:xfrm flipH="1">
            <a:off x="6597425" y="2799975"/>
            <a:ext cx="14082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29" name="Google Shape;129;p17"/>
          <p:cNvSpPr txBox="1">
            <a:spLocks noGrp="1"/>
          </p:cNvSpPr>
          <p:nvPr>
            <p:ph type="subTitle" idx="6"/>
          </p:nvPr>
        </p:nvSpPr>
        <p:spPr>
          <a:xfrm flipH="1">
            <a:off x="6172325" y="3198375"/>
            <a:ext cx="2258400" cy="86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1">
  <p:cSld name="TITLE_AND_TWO_COLUMNS_1_3">
    <p:spTree>
      <p:nvGrpSpPr>
        <p:cNvPr id="1" name="Shape 130"/>
        <p:cNvGrpSpPr/>
        <p:nvPr/>
      </p:nvGrpSpPr>
      <p:grpSpPr>
        <a:xfrm>
          <a:off x="0" y="0"/>
          <a:ext cx="0" cy="0"/>
          <a:chOff x="0" y="0"/>
          <a:chExt cx="0" cy="0"/>
        </a:xfrm>
      </p:grpSpPr>
      <p:sp>
        <p:nvSpPr>
          <p:cNvPr id="131" name="Google Shape;131;p18"/>
          <p:cNvSpPr/>
          <p:nvPr/>
        </p:nvSpPr>
        <p:spPr>
          <a:xfrm rot="-4597516">
            <a:off x="8165785" y="-1278534"/>
            <a:ext cx="1909220" cy="3577566"/>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32" name="Google Shape;132;p18"/>
          <p:cNvSpPr/>
          <p:nvPr/>
        </p:nvSpPr>
        <p:spPr>
          <a:xfrm rot="7102418">
            <a:off x="-887667" y="2935373"/>
            <a:ext cx="1909099" cy="3577338"/>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33" name="Google Shape;133;p18"/>
          <p:cNvSpPr/>
          <p:nvPr/>
        </p:nvSpPr>
        <p:spPr>
          <a:xfrm rot="-7621270">
            <a:off x="-1611426" y="3857979"/>
            <a:ext cx="2907602" cy="2400260"/>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134" name="Google Shape;134;p18"/>
          <p:cNvSpPr/>
          <p:nvPr/>
        </p:nvSpPr>
        <p:spPr>
          <a:xfrm>
            <a:off x="7637247" y="-257700"/>
            <a:ext cx="2293450" cy="25527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135" name="Google Shape;135;p18"/>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6" name="Google Shape;136;p18"/>
          <p:cNvSpPr txBox="1">
            <a:spLocks noGrp="1"/>
          </p:cNvSpPr>
          <p:nvPr>
            <p:ph type="ctrTitle" idx="2"/>
          </p:nvPr>
        </p:nvSpPr>
        <p:spPr>
          <a:xfrm flipH="1">
            <a:off x="1138175" y="2929625"/>
            <a:ext cx="14082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37" name="Google Shape;137;p18"/>
          <p:cNvSpPr txBox="1">
            <a:spLocks noGrp="1"/>
          </p:cNvSpPr>
          <p:nvPr>
            <p:ph type="subTitle" idx="1"/>
          </p:nvPr>
        </p:nvSpPr>
        <p:spPr>
          <a:xfrm flipH="1">
            <a:off x="712925" y="3383450"/>
            <a:ext cx="2258700" cy="86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38" name="Google Shape;138;p18"/>
          <p:cNvSpPr txBox="1">
            <a:spLocks noGrp="1"/>
          </p:cNvSpPr>
          <p:nvPr>
            <p:ph type="ctrTitle" idx="3"/>
          </p:nvPr>
        </p:nvSpPr>
        <p:spPr>
          <a:xfrm flipH="1">
            <a:off x="3867875" y="2929625"/>
            <a:ext cx="14082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39" name="Google Shape;139;p18"/>
          <p:cNvSpPr txBox="1">
            <a:spLocks noGrp="1"/>
          </p:cNvSpPr>
          <p:nvPr>
            <p:ph type="subTitle" idx="4"/>
          </p:nvPr>
        </p:nvSpPr>
        <p:spPr>
          <a:xfrm flipH="1">
            <a:off x="3442625" y="3383450"/>
            <a:ext cx="2258700" cy="86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40" name="Google Shape;140;p18"/>
          <p:cNvSpPr txBox="1">
            <a:spLocks noGrp="1"/>
          </p:cNvSpPr>
          <p:nvPr>
            <p:ph type="ctrTitle" idx="5"/>
          </p:nvPr>
        </p:nvSpPr>
        <p:spPr>
          <a:xfrm flipH="1">
            <a:off x="6597425" y="2929625"/>
            <a:ext cx="14082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41" name="Google Shape;141;p18"/>
          <p:cNvSpPr txBox="1">
            <a:spLocks noGrp="1"/>
          </p:cNvSpPr>
          <p:nvPr>
            <p:ph type="subTitle" idx="6"/>
          </p:nvPr>
        </p:nvSpPr>
        <p:spPr>
          <a:xfrm flipH="1">
            <a:off x="6172325" y="3383450"/>
            <a:ext cx="2258400" cy="86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42" name="Google Shape;142;p18"/>
          <p:cNvSpPr txBox="1">
            <a:spLocks noGrp="1"/>
          </p:cNvSpPr>
          <p:nvPr>
            <p:ph type="title" idx="7" hasCustomPrompt="1"/>
          </p:nvPr>
        </p:nvSpPr>
        <p:spPr>
          <a:xfrm>
            <a:off x="1413275" y="1924575"/>
            <a:ext cx="858000" cy="42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43" name="Google Shape;143;p18"/>
          <p:cNvSpPr txBox="1">
            <a:spLocks noGrp="1"/>
          </p:cNvSpPr>
          <p:nvPr>
            <p:ph type="title" idx="8" hasCustomPrompt="1"/>
          </p:nvPr>
        </p:nvSpPr>
        <p:spPr>
          <a:xfrm>
            <a:off x="4142225" y="1924575"/>
            <a:ext cx="859500" cy="42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44" name="Google Shape;144;p18"/>
          <p:cNvSpPr txBox="1">
            <a:spLocks noGrp="1"/>
          </p:cNvSpPr>
          <p:nvPr>
            <p:ph type="title" idx="9" hasCustomPrompt="1"/>
          </p:nvPr>
        </p:nvSpPr>
        <p:spPr>
          <a:xfrm>
            <a:off x="6871775" y="1924575"/>
            <a:ext cx="859500" cy="42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TITLE_AND_TWO_COLUMNS_1_1">
    <p:spTree>
      <p:nvGrpSpPr>
        <p:cNvPr id="1" name="Shape 145"/>
        <p:cNvGrpSpPr/>
        <p:nvPr/>
      </p:nvGrpSpPr>
      <p:grpSpPr>
        <a:xfrm>
          <a:off x="0" y="0"/>
          <a:ext cx="0" cy="0"/>
          <a:chOff x="0" y="0"/>
          <a:chExt cx="0" cy="0"/>
        </a:xfrm>
      </p:grpSpPr>
      <p:sp>
        <p:nvSpPr>
          <p:cNvPr id="146" name="Google Shape;146;p19"/>
          <p:cNvSpPr/>
          <p:nvPr/>
        </p:nvSpPr>
        <p:spPr>
          <a:xfrm rot="4597516" flipH="1">
            <a:off x="-765621" y="-1597209"/>
            <a:ext cx="1909220" cy="3577566"/>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47" name="Google Shape;147;p19"/>
          <p:cNvSpPr/>
          <p:nvPr/>
        </p:nvSpPr>
        <p:spPr>
          <a:xfrm rot="-7102418" flipH="1">
            <a:off x="8068877" y="2773448"/>
            <a:ext cx="1909099" cy="3577338"/>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48" name="Google Shape;148;p19"/>
          <p:cNvSpPr/>
          <p:nvPr/>
        </p:nvSpPr>
        <p:spPr>
          <a:xfrm rot="7621270" flipH="1">
            <a:off x="7794133" y="3696054"/>
            <a:ext cx="2907602" cy="2400260"/>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149" name="Google Shape;149;p19"/>
          <p:cNvSpPr/>
          <p:nvPr/>
        </p:nvSpPr>
        <p:spPr>
          <a:xfrm flipH="1">
            <a:off x="-725013" y="-638600"/>
            <a:ext cx="2293450" cy="25527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150" name="Google Shape;150;p1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1" name="Google Shape;151;p19"/>
          <p:cNvSpPr txBox="1">
            <a:spLocks noGrp="1"/>
          </p:cNvSpPr>
          <p:nvPr>
            <p:ph type="ctrTitle" idx="2"/>
          </p:nvPr>
        </p:nvSpPr>
        <p:spPr>
          <a:xfrm flipH="1">
            <a:off x="1650578" y="2080525"/>
            <a:ext cx="18834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52" name="Google Shape;152;p19"/>
          <p:cNvSpPr txBox="1">
            <a:spLocks noGrp="1"/>
          </p:cNvSpPr>
          <p:nvPr>
            <p:ph type="subTitle" idx="1"/>
          </p:nvPr>
        </p:nvSpPr>
        <p:spPr>
          <a:xfrm flipH="1">
            <a:off x="713226" y="2478925"/>
            <a:ext cx="3758100" cy="39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53" name="Google Shape;153;p19"/>
          <p:cNvSpPr txBox="1">
            <a:spLocks noGrp="1"/>
          </p:cNvSpPr>
          <p:nvPr>
            <p:ph type="ctrTitle" idx="3"/>
          </p:nvPr>
        </p:nvSpPr>
        <p:spPr>
          <a:xfrm flipH="1">
            <a:off x="5612125" y="2080525"/>
            <a:ext cx="18834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54" name="Google Shape;154;p19"/>
          <p:cNvSpPr txBox="1">
            <a:spLocks noGrp="1"/>
          </p:cNvSpPr>
          <p:nvPr>
            <p:ph type="subTitle" idx="4"/>
          </p:nvPr>
        </p:nvSpPr>
        <p:spPr>
          <a:xfrm flipH="1">
            <a:off x="4676875" y="2478925"/>
            <a:ext cx="3753900" cy="39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55" name="Google Shape;155;p19"/>
          <p:cNvSpPr txBox="1">
            <a:spLocks noGrp="1"/>
          </p:cNvSpPr>
          <p:nvPr>
            <p:ph type="ctrTitle" idx="5"/>
          </p:nvPr>
        </p:nvSpPr>
        <p:spPr>
          <a:xfrm flipH="1">
            <a:off x="1650578" y="3818975"/>
            <a:ext cx="18834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56" name="Google Shape;156;p19"/>
          <p:cNvSpPr txBox="1">
            <a:spLocks noGrp="1"/>
          </p:cNvSpPr>
          <p:nvPr>
            <p:ph type="subTitle" idx="6"/>
          </p:nvPr>
        </p:nvSpPr>
        <p:spPr>
          <a:xfrm flipH="1">
            <a:off x="713226" y="4217375"/>
            <a:ext cx="3758100" cy="39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57" name="Google Shape;157;p19"/>
          <p:cNvSpPr txBox="1">
            <a:spLocks noGrp="1"/>
          </p:cNvSpPr>
          <p:nvPr>
            <p:ph type="ctrTitle" idx="7"/>
          </p:nvPr>
        </p:nvSpPr>
        <p:spPr>
          <a:xfrm flipH="1">
            <a:off x="5612125" y="3818975"/>
            <a:ext cx="18834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58" name="Google Shape;158;p19"/>
          <p:cNvSpPr txBox="1">
            <a:spLocks noGrp="1"/>
          </p:cNvSpPr>
          <p:nvPr>
            <p:ph type="subTitle" idx="8"/>
          </p:nvPr>
        </p:nvSpPr>
        <p:spPr>
          <a:xfrm flipH="1">
            <a:off x="4676875" y="4217375"/>
            <a:ext cx="3753900" cy="39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1">
  <p:cSld name="TITLE_AND_TWO_COLUMNS_1_1_1">
    <p:spTree>
      <p:nvGrpSpPr>
        <p:cNvPr id="1" name="Shape 159"/>
        <p:cNvGrpSpPr/>
        <p:nvPr/>
      </p:nvGrpSpPr>
      <p:grpSpPr>
        <a:xfrm>
          <a:off x="0" y="0"/>
          <a:ext cx="0" cy="0"/>
          <a:chOff x="0" y="0"/>
          <a:chExt cx="0" cy="0"/>
        </a:xfrm>
      </p:grpSpPr>
      <p:sp>
        <p:nvSpPr>
          <p:cNvPr id="160" name="Google Shape;160;p20"/>
          <p:cNvSpPr/>
          <p:nvPr/>
        </p:nvSpPr>
        <p:spPr>
          <a:xfrm rot="-4597516">
            <a:off x="8165785" y="-1278534"/>
            <a:ext cx="1909220" cy="3577566"/>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61" name="Google Shape;161;p20"/>
          <p:cNvSpPr/>
          <p:nvPr/>
        </p:nvSpPr>
        <p:spPr>
          <a:xfrm rot="7102418">
            <a:off x="-887667" y="2935373"/>
            <a:ext cx="1909099" cy="3577338"/>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62" name="Google Shape;162;p20"/>
          <p:cNvSpPr/>
          <p:nvPr/>
        </p:nvSpPr>
        <p:spPr>
          <a:xfrm rot="-7621270">
            <a:off x="-1611426" y="3857979"/>
            <a:ext cx="2907602" cy="2400260"/>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163" name="Google Shape;163;p20"/>
          <p:cNvSpPr/>
          <p:nvPr/>
        </p:nvSpPr>
        <p:spPr>
          <a:xfrm>
            <a:off x="7637247" y="-257700"/>
            <a:ext cx="2293450" cy="25527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164" name="Google Shape;164;p20"/>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5" name="Google Shape;165;p20"/>
          <p:cNvSpPr txBox="1">
            <a:spLocks noGrp="1"/>
          </p:cNvSpPr>
          <p:nvPr>
            <p:ph type="ctrTitle" idx="2"/>
          </p:nvPr>
        </p:nvSpPr>
        <p:spPr>
          <a:xfrm flipH="1">
            <a:off x="2045814" y="1472350"/>
            <a:ext cx="1883400" cy="339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66" name="Google Shape;166;p20"/>
          <p:cNvSpPr txBox="1">
            <a:spLocks noGrp="1"/>
          </p:cNvSpPr>
          <p:nvPr>
            <p:ph type="subTitle" idx="1"/>
          </p:nvPr>
        </p:nvSpPr>
        <p:spPr>
          <a:xfrm flipH="1">
            <a:off x="2045850" y="1870750"/>
            <a:ext cx="22182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67" name="Google Shape;167;p20"/>
          <p:cNvSpPr txBox="1">
            <a:spLocks noGrp="1"/>
          </p:cNvSpPr>
          <p:nvPr>
            <p:ph type="ctrTitle" idx="3"/>
          </p:nvPr>
        </p:nvSpPr>
        <p:spPr>
          <a:xfrm flipH="1">
            <a:off x="5912350" y="1472350"/>
            <a:ext cx="1883400" cy="339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68" name="Google Shape;168;p20"/>
          <p:cNvSpPr txBox="1">
            <a:spLocks noGrp="1"/>
          </p:cNvSpPr>
          <p:nvPr>
            <p:ph type="subTitle" idx="4"/>
          </p:nvPr>
        </p:nvSpPr>
        <p:spPr>
          <a:xfrm flipH="1">
            <a:off x="5912350" y="1870750"/>
            <a:ext cx="22182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69" name="Google Shape;169;p20"/>
          <p:cNvSpPr txBox="1">
            <a:spLocks noGrp="1"/>
          </p:cNvSpPr>
          <p:nvPr>
            <p:ph type="ctrTitle" idx="5"/>
          </p:nvPr>
        </p:nvSpPr>
        <p:spPr>
          <a:xfrm flipH="1">
            <a:off x="2045813" y="3283350"/>
            <a:ext cx="1883400" cy="339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70" name="Google Shape;170;p20"/>
          <p:cNvSpPr txBox="1">
            <a:spLocks noGrp="1"/>
          </p:cNvSpPr>
          <p:nvPr>
            <p:ph type="subTitle" idx="6"/>
          </p:nvPr>
        </p:nvSpPr>
        <p:spPr>
          <a:xfrm flipH="1">
            <a:off x="2045825" y="3681750"/>
            <a:ext cx="22182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71" name="Google Shape;171;p20"/>
          <p:cNvSpPr txBox="1">
            <a:spLocks noGrp="1"/>
          </p:cNvSpPr>
          <p:nvPr>
            <p:ph type="ctrTitle" idx="7"/>
          </p:nvPr>
        </p:nvSpPr>
        <p:spPr>
          <a:xfrm flipH="1">
            <a:off x="5912350" y="3293400"/>
            <a:ext cx="1883400" cy="339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72" name="Google Shape;172;p20"/>
          <p:cNvSpPr txBox="1">
            <a:spLocks noGrp="1"/>
          </p:cNvSpPr>
          <p:nvPr>
            <p:ph type="subTitle" idx="8"/>
          </p:nvPr>
        </p:nvSpPr>
        <p:spPr>
          <a:xfrm flipH="1">
            <a:off x="5912350" y="3691800"/>
            <a:ext cx="22182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TITLE_AND_TWO_COLUMNS_1_2">
    <p:spTree>
      <p:nvGrpSpPr>
        <p:cNvPr id="1" name="Shape 173"/>
        <p:cNvGrpSpPr/>
        <p:nvPr/>
      </p:nvGrpSpPr>
      <p:grpSpPr>
        <a:xfrm>
          <a:off x="0" y="0"/>
          <a:ext cx="0" cy="0"/>
          <a:chOff x="0" y="0"/>
          <a:chExt cx="0" cy="0"/>
        </a:xfrm>
      </p:grpSpPr>
      <p:sp>
        <p:nvSpPr>
          <p:cNvPr id="174" name="Google Shape;174;p21"/>
          <p:cNvSpPr/>
          <p:nvPr/>
        </p:nvSpPr>
        <p:spPr>
          <a:xfrm rot="-4597516">
            <a:off x="8286416" y="-1180309"/>
            <a:ext cx="1909220" cy="3577566"/>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75" name="Google Shape;175;p21"/>
          <p:cNvSpPr/>
          <p:nvPr/>
        </p:nvSpPr>
        <p:spPr>
          <a:xfrm rot="7102418">
            <a:off x="-1089810" y="2805923"/>
            <a:ext cx="1909099" cy="3577338"/>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76" name="Google Shape;176;p21"/>
          <p:cNvSpPr/>
          <p:nvPr/>
        </p:nvSpPr>
        <p:spPr>
          <a:xfrm rot="-7028495">
            <a:off x="-1836209" y="3545792"/>
            <a:ext cx="2907709" cy="2400349"/>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177" name="Google Shape;177;p21"/>
          <p:cNvSpPr/>
          <p:nvPr/>
        </p:nvSpPr>
        <p:spPr>
          <a:xfrm>
            <a:off x="7757878" y="-159475"/>
            <a:ext cx="2293450" cy="25527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178" name="Google Shape;178;p21"/>
          <p:cNvSpPr txBox="1">
            <a:spLocks noGrp="1"/>
          </p:cNvSpPr>
          <p:nvPr>
            <p:ph type="title"/>
          </p:nvPr>
        </p:nvSpPr>
        <p:spPr>
          <a:xfrm>
            <a:off x="713225" y="445025"/>
            <a:ext cx="7717500" cy="63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79" name="Google Shape;179;p21"/>
          <p:cNvSpPr txBox="1">
            <a:spLocks noGrp="1"/>
          </p:cNvSpPr>
          <p:nvPr>
            <p:ph type="ctrTitle" idx="2"/>
          </p:nvPr>
        </p:nvSpPr>
        <p:spPr>
          <a:xfrm flipH="1">
            <a:off x="1138252" y="1915038"/>
            <a:ext cx="14082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80" name="Google Shape;180;p21"/>
          <p:cNvSpPr txBox="1">
            <a:spLocks noGrp="1"/>
          </p:cNvSpPr>
          <p:nvPr>
            <p:ph type="subTitle" idx="1"/>
          </p:nvPr>
        </p:nvSpPr>
        <p:spPr>
          <a:xfrm flipH="1">
            <a:off x="758752" y="2254638"/>
            <a:ext cx="2167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81" name="Google Shape;181;p21"/>
          <p:cNvSpPr txBox="1">
            <a:spLocks noGrp="1"/>
          </p:cNvSpPr>
          <p:nvPr>
            <p:ph type="ctrTitle" idx="3"/>
          </p:nvPr>
        </p:nvSpPr>
        <p:spPr>
          <a:xfrm flipH="1">
            <a:off x="3867875" y="1915038"/>
            <a:ext cx="14082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82" name="Google Shape;182;p21"/>
          <p:cNvSpPr txBox="1">
            <a:spLocks noGrp="1"/>
          </p:cNvSpPr>
          <p:nvPr>
            <p:ph type="subTitle" idx="4"/>
          </p:nvPr>
        </p:nvSpPr>
        <p:spPr>
          <a:xfrm flipH="1">
            <a:off x="3488375" y="2254638"/>
            <a:ext cx="2167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83" name="Google Shape;183;p21"/>
          <p:cNvSpPr txBox="1">
            <a:spLocks noGrp="1"/>
          </p:cNvSpPr>
          <p:nvPr>
            <p:ph type="ctrTitle" idx="5"/>
          </p:nvPr>
        </p:nvSpPr>
        <p:spPr>
          <a:xfrm flipH="1">
            <a:off x="6597425" y="1915038"/>
            <a:ext cx="14082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84" name="Google Shape;184;p21"/>
          <p:cNvSpPr txBox="1">
            <a:spLocks noGrp="1"/>
          </p:cNvSpPr>
          <p:nvPr>
            <p:ph type="subTitle" idx="6"/>
          </p:nvPr>
        </p:nvSpPr>
        <p:spPr>
          <a:xfrm flipH="1">
            <a:off x="6217925" y="2254638"/>
            <a:ext cx="2167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85" name="Google Shape;185;p21"/>
          <p:cNvSpPr txBox="1">
            <a:spLocks noGrp="1"/>
          </p:cNvSpPr>
          <p:nvPr>
            <p:ph type="ctrTitle" idx="7"/>
          </p:nvPr>
        </p:nvSpPr>
        <p:spPr>
          <a:xfrm flipH="1">
            <a:off x="1138252" y="3696275"/>
            <a:ext cx="14082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86" name="Google Shape;186;p21"/>
          <p:cNvSpPr txBox="1">
            <a:spLocks noGrp="1"/>
          </p:cNvSpPr>
          <p:nvPr>
            <p:ph type="subTitle" idx="8"/>
          </p:nvPr>
        </p:nvSpPr>
        <p:spPr>
          <a:xfrm flipH="1">
            <a:off x="758752" y="4035875"/>
            <a:ext cx="2167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87" name="Google Shape;187;p21"/>
          <p:cNvSpPr txBox="1">
            <a:spLocks noGrp="1"/>
          </p:cNvSpPr>
          <p:nvPr>
            <p:ph type="ctrTitle" idx="9"/>
          </p:nvPr>
        </p:nvSpPr>
        <p:spPr>
          <a:xfrm flipH="1">
            <a:off x="3867875" y="3696275"/>
            <a:ext cx="14082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88" name="Google Shape;188;p21"/>
          <p:cNvSpPr txBox="1">
            <a:spLocks noGrp="1"/>
          </p:cNvSpPr>
          <p:nvPr>
            <p:ph type="subTitle" idx="13"/>
          </p:nvPr>
        </p:nvSpPr>
        <p:spPr>
          <a:xfrm flipH="1">
            <a:off x="3488375" y="4035875"/>
            <a:ext cx="2167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189" name="Google Shape;189;p21"/>
          <p:cNvSpPr txBox="1">
            <a:spLocks noGrp="1"/>
          </p:cNvSpPr>
          <p:nvPr>
            <p:ph type="ctrTitle" idx="14"/>
          </p:nvPr>
        </p:nvSpPr>
        <p:spPr>
          <a:xfrm flipH="1">
            <a:off x="6597425" y="3696275"/>
            <a:ext cx="1408200" cy="33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FFFFFF"/>
              </a:buClr>
              <a:buSzPts val="1800"/>
              <a:buFont typeface="Fira Sans Condensed Medium"/>
              <a:buNone/>
              <a:defRPr sz="1800">
                <a:solidFill>
                  <a:srgbClr val="FFFFFF"/>
                </a:solidFill>
                <a:latin typeface="Fira Sans Condensed Medium"/>
                <a:ea typeface="Fira Sans Condensed Medium"/>
                <a:cs typeface="Fira Sans Condensed Medium"/>
                <a:sym typeface="Fira Sans Condensed Medium"/>
              </a:defRPr>
            </a:lvl9pPr>
          </a:lstStyle>
          <a:p>
            <a:endParaRPr/>
          </a:p>
        </p:txBody>
      </p:sp>
      <p:sp>
        <p:nvSpPr>
          <p:cNvPr id="190" name="Google Shape;190;p21"/>
          <p:cNvSpPr txBox="1">
            <a:spLocks noGrp="1"/>
          </p:cNvSpPr>
          <p:nvPr>
            <p:ph type="subTitle" idx="15"/>
          </p:nvPr>
        </p:nvSpPr>
        <p:spPr>
          <a:xfrm flipH="1">
            <a:off x="6217925" y="4035875"/>
            <a:ext cx="2167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TITLE_AND_TWO_COLUMNS_1_2_1">
    <p:spTree>
      <p:nvGrpSpPr>
        <p:cNvPr id="1" name="Shape 191"/>
        <p:cNvGrpSpPr/>
        <p:nvPr/>
      </p:nvGrpSpPr>
      <p:grpSpPr>
        <a:xfrm>
          <a:off x="0" y="0"/>
          <a:ext cx="0" cy="0"/>
          <a:chOff x="0" y="0"/>
          <a:chExt cx="0" cy="0"/>
        </a:xfrm>
      </p:grpSpPr>
      <p:sp>
        <p:nvSpPr>
          <p:cNvPr id="192" name="Google Shape;192;p22"/>
          <p:cNvSpPr/>
          <p:nvPr/>
        </p:nvSpPr>
        <p:spPr>
          <a:xfrm rot="-4597516">
            <a:off x="8286416" y="-1180309"/>
            <a:ext cx="1909220" cy="3577566"/>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93" name="Google Shape;193;p22"/>
          <p:cNvSpPr/>
          <p:nvPr/>
        </p:nvSpPr>
        <p:spPr>
          <a:xfrm rot="7102418">
            <a:off x="-1089810" y="2805923"/>
            <a:ext cx="1909099" cy="3577338"/>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194" name="Google Shape;194;p22"/>
          <p:cNvSpPr/>
          <p:nvPr/>
        </p:nvSpPr>
        <p:spPr>
          <a:xfrm rot="-7028495">
            <a:off x="-1836209" y="3545792"/>
            <a:ext cx="2907709" cy="2400349"/>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195" name="Google Shape;195;p22"/>
          <p:cNvSpPr/>
          <p:nvPr/>
        </p:nvSpPr>
        <p:spPr>
          <a:xfrm>
            <a:off x="7757878" y="-159475"/>
            <a:ext cx="2293450" cy="25527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196" name="Google Shape;196;p22"/>
          <p:cNvSpPr txBox="1">
            <a:spLocks noGrp="1"/>
          </p:cNvSpPr>
          <p:nvPr>
            <p:ph type="title" hasCustomPrompt="1"/>
          </p:nvPr>
        </p:nvSpPr>
        <p:spPr>
          <a:xfrm>
            <a:off x="713225" y="1121200"/>
            <a:ext cx="25107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37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97" name="Google Shape;197;p22"/>
          <p:cNvSpPr txBox="1">
            <a:spLocks noGrp="1"/>
          </p:cNvSpPr>
          <p:nvPr>
            <p:ph type="subTitle" idx="1"/>
          </p:nvPr>
        </p:nvSpPr>
        <p:spPr>
          <a:xfrm>
            <a:off x="713225" y="1676775"/>
            <a:ext cx="2510700" cy="402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PT Sans"/>
              <a:buNone/>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98" name="Google Shape;198;p22"/>
          <p:cNvSpPr txBox="1">
            <a:spLocks noGrp="1"/>
          </p:cNvSpPr>
          <p:nvPr>
            <p:ph type="title" idx="2" hasCustomPrompt="1"/>
          </p:nvPr>
        </p:nvSpPr>
        <p:spPr>
          <a:xfrm>
            <a:off x="713225" y="2308212"/>
            <a:ext cx="25107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37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99" name="Google Shape;199;p22"/>
          <p:cNvSpPr txBox="1">
            <a:spLocks noGrp="1"/>
          </p:cNvSpPr>
          <p:nvPr>
            <p:ph type="subTitle" idx="3"/>
          </p:nvPr>
        </p:nvSpPr>
        <p:spPr>
          <a:xfrm>
            <a:off x="713225" y="2867575"/>
            <a:ext cx="2510700" cy="402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PT Sans"/>
              <a:buNone/>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200" name="Google Shape;200;p22"/>
          <p:cNvSpPr txBox="1">
            <a:spLocks noGrp="1"/>
          </p:cNvSpPr>
          <p:nvPr>
            <p:ph type="title" idx="4" hasCustomPrompt="1"/>
          </p:nvPr>
        </p:nvSpPr>
        <p:spPr>
          <a:xfrm>
            <a:off x="713225" y="3495225"/>
            <a:ext cx="25107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37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01" name="Google Shape;201;p22"/>
          <p:cNvSpPr txBox="1">
            <a:spLocks noGrp="1"/>
          </p:cNvSpPr>
          <p:nvPr>
            <p:ph type="subTitle" idx="5"/>
          </p:nvPr>
        </p:nvSpPr>
        <p:spPr>
          <a:xfrm>
            <a:off x="713225" y="4058375"/>
            <a:ext cx="2510700" cy="397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PT Sans"/>
              <a:buNone/>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202" name="Google Shape;202;p22"/>
          <p:cNvSpPr txBox="1">
            <a:spLocks noGrp="1"/>
          </p:cNvSpPr>
          <p:nvPr>
            <p:ph type="title" idx="6"/>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1">
  <p:cSld name="TITLE_ONLY_2">
    <p:spTree>
      <p:nvGrpSpPr>
        <p:cNvPr id="1" name="Shape 203"/>
        <p:cNvGrpSpPr/>
        <p:nvPr/>
      </p:nvGrpSpPr>
      <p:grpSpPr>
        <a:xfrm>
          <a:off x="0" y="0"/>
          <a:ext cx="0" cy="0"/>
          <a:chOff x="0" y="0"/>
          <a:chExt cx="0" cy="0"/>
        </a:xfrm>
      </p:grpSpPr>
      <p:sp>
        <p:nvSpPr>
          <p:cNvPr id="204" name="Google Shape;204;p23"/>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5" name="Google Shape;205;p23"/>
          <p:cNvSpPr/>
          <p:nvPr/>
        </p:nvSpPr>
        <p:spPr>
          <a:xfrm rot="-2442802">
            <a:off x="8000943" y="-1027382"/>
            <a:ext cx="2135995" cy="4002504"/>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206" name="Google Shape;206;p23"/>
          <p:cNvSpPr/>
          <p:nvPr/>
        </p:nvSpPr>
        <p:spPr>
          <a:xfrm rot="8001501">
            <a:off x="-1133184" y="2311128"/>
            <a:ext cx="2024161" cy="3792946"/>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207" name="Google Shape;207;p23"/>
          <p:cNvSpPr/>
          <p:nvPr/>
        </p:nvSpPr>
        <p:spPr>
          <a:xfrm rot="-6872787">
            <a:off x="-2532928" y="2761163"/>
            <a:ext cx="3780225" cy="3120622"/>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208" name="Google Shape;208;p23"/>
          <p:cNvSpPr/>
          <p:nvPr/>
        </p:nvSpPr>
        <p:spPr>
          <a:xfrm>
            <a:off x="7523628" y="-67200"/>
            <a:ext cx="2293450" cy="25527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209"/>
        <p:cNvGrpSpPr/>
        <p:nvPr/>
      </p:nvGrpSpPr>
      <p:grpSpPr>
        <a:xfrm>
          <a:off x="0" y="0"/>
          <a:ext cx="0" cy="0"/>
          <a:chOff x="0" y="0"/>
          <a:chExt cx="0" cy="0"/>
        </a:xfrm>
      </p:grpSpPr>
      <p:sp>
        <p:nvSpPr>
          <p:cNvPr id="210" name="Google Shape;210;p24"/>
          <p:cNvSpPr/>
          <p:nvPr/>
        </p:nvSpPr>
        <p:spPr>
          <a:xfrm rot="4597516" flipH="1">
            <a:off x="-765621" y="-1597209"/>
            <a:ext cx="1909220" cy="3577566"/>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211" name="Google Shape;211;p24"/>
          <p:cNvSpPr/>
          <p:nvPr/>
        </p:nvSpPr>
        <p:spPr>
          <a:xfrm rot="-7102418" flipH="1">
            <a:off x="8068877" y="2773448"/>
            <a:ext cx="1909099" cy="3577338"/>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212" name="Google Shape;212;p24"/>
          <p:cNvSpPr/>
          <p:nvPr/>
        </p:nvSpPr>
        <p:spPr>
          <a:xfrm rot="7621270" flipH="1">
            <a:off x="7794133" y="3696054"/>
            <a:ext cx="2907602" cy="2400260"/>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213" name="Google Shape;213;p24"/>
          <p:cNvSpPr/>
          <p:nvPr/>
        </p:nvSpPr>
        <p:spPr>
          <a:xfrm flipH="1">
            <a:off x="-621313" y="-576375"/>
            <a:ext cx="2293450" cy="25527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214" name="Google Shape;214;p24"/>
          <p:cNvSpPr txBox="1">
            <a:spLocks noGrp="1"/>
          </p:cNvSpPr>
          <p:nvPr>
            <p:ph type="title"/>
          </p:nvPr>
        </p:nvSpPr>
        <p:spPr>
          <a:xfrm>
            <a:off x="713225" y="1781175"/>
            <a:ext cx="3858900" cy="966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15" name="Google Shape;215;p24"/>
          <p:cNvSpPr txBox="1">
            <a:spLocks noGrp="1"/>
          </p:cNvSpPr>
          <p:nvPr>
            <p:ph type="body" idx="1"/>
          </p:nvPr>
        </p:nvSpPr>
        <p:spPr>
          <a:xfrm>
            <a:off x="713225" y="2673067"/>
            <a:ext cx="3858900" cy="784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lt2"/>
              </a:buClr>
              <a:buSzPts val="1200"/>
              <a:buChar char="●"/>
              <a:defRPr/>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1">
  <p:cSld name="ONE_COLUMN_TEXT_1_1">
    <p:spTree>
      <p:nvGrpSpPr>
        <p:cNvPr id="1" name="Shape 216"/>
        <p:cNvGrpSpPr/>
        <p:nvPr/>
      </p:nvGrpSpPr>
      <p:grpSpPr>
        <a:xfrm>
          <a:off x="0" y="0"/>
          <a:ext cx="0" cy="0"/>
          <a:chOff x="0" y="0"/>
          <a:chExt cx="0" cy="0"/>
        </a:xfrm>
      </p:grpSpPr>
      <p:sp>
        <p:nvSpPr>
          <p:cNvPr id="217" name="Google Shape;217;p25"/>
          <p:cNvSpPr txBox="1">
            <a:spLocks noGrp="1"/>
          </p:cNvSpPr>
          <p:nvPr>
            <p:ph type="title"/>
          </p:nvPr>
        </p:nvSpPr>
        <p:spPr>
          <a:xfrm>
            <a:off x="713225" y="3246825"/>
            <a:ext cx="3516000" cy="53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18" name="Google Shape;218;p25"/>
          <p:cNvSpPr txBox="1">
            <a:spLocks noGrp="1"/>
          </p:cNvSpPr>
          <p:nvPr>
            <p:ph type="body" idx="1"/>
          </p:nvPr>
        </p:nvSpPr>
        <p:spPr>
          <a:xfrm>
            <a:off x="713225" y="3782025"/>
            <a:ext cx="3516000" cy="826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lt2"/>
              </a:buClr>
              <a:buSzPts val="1200"/>
              <a:buChar char="●"/>
              <a:defRPr/>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2">
  <p:cSld name="TITLE_ONLY_1">
    <p:spTree>
      <p:nvGrpSpPr>
        <p:cNvPr id="1" name="Shape 219"/>
        <p:cNvGrpSpPr/>
        <p:nvPr/>
      </p:nvGrpSpPr>
      <p:grpSpPr>
        <a:xfrm>
          <a:off x="0" y="0"/>
          <a:ext cx="0" cy="0"/>
          <a:chOff x="0" y="0"/>
          <a:chExt cx="0" cy="0"/>
        </a:xfrm>
      </p:grpSpPr>
      <p:sp>
        <p:nvSpPr>
          <p:cNvPr id="220" name="Google Shape;220;p2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1" name="Google Shape;221;p26"/>
          <p:cNvSpPr txBox="1">
            <a:spLocks noGrp="1"/>
          </p:cNvSpPr>
          <p:nvPr>
            <p:ph type="body" idx="1"/>
          </p:nvPr>
        </p:nvSpPr>
        <p:spPr>
          <a:xfrm>
            <a:off x="713225" y="1017725"/>
            <a:ext cx="7717500" cy="3591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lt2"/>
              </a:buClr>
              <a:buSzPts val="1200"/>
              <a:buChar char="●"/>
              <a:defRPr/>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anks">
  <p:cSld name="ONE_COLUMN_TEXT_1_1_1">
    <p:spTree>
      <p:nvGrpSpPr>
        <p:cNvPr id="1" name="Shape 222"/>
        <p:cNvGrpSpPr/>
        <p:nvPr/>
      </p:nvGrpSpPr>
      <p:grpSpPr>
        <a:xfrm>
          <a:off x="0" y="0"/>
          <a:ext cx="0" cy="0"/>
          <a:chOff x="0" y="0"/>
          <a:chExt cx="0" cy="0"/>
        </a:xfrm>
      </p:grpSpPr>
      <p:sp>
        <p:nvSpPr>
          <p:cNvPr id="223" name="Google Shape;223;p27"/>
          <p:cNvSpPr/>
          <p:nvPr/>
        </p:nvSpPr>
        <p:spPr>
          <a:xfrm rot="4597408" flipH="1">
            <a:off x="-1041760" y="-1786005"/>
            <a:ext cx="2273420" cy="4259940"/>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224" name="Google Shape;224;p27"/>
          <p:cNvSpPr/>
          <p:nvPr/>
        </p:nvSpPr>
        <p:spPr>
          <a:xfrm rot="-6163845" flipH="1">
            <a:off x="7226792" y="2491242"/>
            <a:ext cx="2250562" cy="4217185"/>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225" name="Google Shape;225;p27"/>
          <p:cNvSpPr/>
          <p:nvPr/>
        </p:nvSpPr>
        <p:spPr>
          <a:xfrm flipH="1">
            <a:off x="-869751" y="-661059"/>
            <a:ext cx="2730811" cy="30395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226" name="Google Shape;226;p27"/>
          <p:cNvSpPr/>
          <p:nvPr/>
        </p:nvSpPr>
        <p:spPr>
          <a:xfrm>
            <a:off x="5922988" y="2983875"/>
            <a:ext cx="3334175" cy="2581275"/>
          </a:xfrm>
          <a:custGeom>
            <a:avLst/>
            <a:gdLst/>
            <a:ahLst/>
            <a:cxnLst/>
            <a:rect l="l" t="t" r="r" b="b"/>
            <a:pathLst>
              <a:path w="133367" h="103251" extrusionOk="0">
                <a:moveTo>
                  <a:pt x="133367" y="0"/>
                </a:moveTo>
                <a:cubicBezTo>
                  <a:pt x="122444" y="0"/>
                  <a:pt x="110461" y="4734"/>
                  <a:pt x="103268" y="12954"/>
                </a:cubicBezTo>
                <a:cubicBezTo>
                  <a:pt x="93716" y="23870"/>
                  <a:pt x="88329" y="40210"/>
                  <a:pt x="75074" y="46101"/>
                </a:cubicBezTo>
                <a:cubicBezTo>
                  <a:pt x="52613" y="56083"/>
                  <a:pt x="22350" y="51581"/>
                  <a:pt x="4970" y="68961"/>
                </a:cubicBezTo>
                <a:cubicBezTo>
                  <a:pt x="-3162" y="77093"/>
                  <a:pt x="1160" y="91751"/>
                  <a:pt x="1160" y="103251"/>
                </a:cubicBezTo>
              </a:path>
            </a:pathLst>
          </a:custGeom>
          <a:noFill/>
          <a:ln w="28575" cap="flat" cmpd="sng">
            <a:solidFill>
              <a:schemeClr val="lt2"/>
            </a:solidFill>
            <a:prstDash val="dash"/>
            <a:round/>
            <a:headEnd type="none" w="med" len="med"/>
            <a:tailEnd type="none" w="med" len="med"/>
          </a:ln>
        </p:spPr>
      </p:sp>
      <p:sp>
        <p:nvSpPr>
          <p:cNvPr id="227" name="Google Shape;227;p27"/>
          <p:cNvSpPr txBox="1">
            <a:spLocks noGrp="1"/>
          </p:cNvSpPr>
          <p:nvPr>
            <p:ph type="ctrTitle"/>
          </p:nvPr>
        </p:nvSpPr>
        <p:spPr>
          <a:xfrm>
            <a:off x="717600" y="998925"/>
            <a:ext cx="3854400" cy="997800"/>
          </a:xfrm>
          <a:prstGeom prst="rect">
            <a:avLst/>
          </a:prstGeom>
        </p:spPr>
        <p:txBody>
          <a:bodyPr spcFirstLastPara="1" wrap="square" lIns="91425" tIns="91425" rIns="91425" bIns="91425" anchor="ctr" anchorCtr="0">
            <a:noAutofit/>
          </a:bodyPr>
          <a:lstStyle>
            <a:lvl1pPr lvl="0" rtl="0">
              <a:spcBef>
                <a:spcPts val="0"/>
              </a:spcBef>
              <a:spcAft>
                <a:spcPts val="0"/>
              </a:spcAft>
              <a:buSzPts val="5200"/>
              <a:buNone/>
              <a:defRPr sz="52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228" name="Google Shape;228;p27"/>
          <p:cNvSpPr txBox="1">
            <a:spLocks noGrp="1"/>
          </p:cNvSpPr>
          <p:nvPr>
            <p:ph type="subTitle" idx="1"/>
          </p:nvPr>
        </p:nvSpPr>
        <p:spPr>
          <a:xfrm>
            <a:off x="713225" y="1996713"/>
            <a:ext cx="3858900" cy="1176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a:endParaRPr/>
          </a:p>
        </p:txBody>
      </p:sp>
      <p:sp>
        <p:nvSpPr>
          <p:cNvPr id="229" name="Google Shape;229;p27"/>
          <p:cNvSpPr txBox="1"/>
          <p:nvPr/>
        </p:nvSpPr>
        <p:spPr>
          <a:xfrm>
            <a:off x="713225" y="3800800"/>
            <a:ext cx="3858900" cy="4314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300"/>
              </a:spcBef>
              <a:spcAft>
                <a:spcPts val="0"/>
              </a:spcAft>
              <a:buNone/>
            </a:pPr>
            <a:r>
              <a:rPr lang="en" sz="1000">
                <a:solidFill>
                  <a:schemeClr val="accent5"/>
                </a:solidFill>
                <a:latin typeface="Barlow"/>
                <a:ea typeface="Barlow"/>
                <a:cs typeface="Barlow"/>
                <a:sym typeface="Barlow"/>
              </a:rPr>
              <a:t>CREDITS: This presentation template was created by </a:t>
            </a:r>
            <a:r>
              <a:rPr lang="en" sz="1000" b="1">
                <a:solidFill>
                  <a:schemeClr val="lt2"/>
                </a:solidFill>
                <a:uFill>
                  <a:noFill/>
                </a:uFill>
                <a:latin typeface="Barlow"/>
                <a:ea typeface="Barlow"/>
                <a:cs typeface="Barlow"/>
                <a:sym typeface="Barlow"/>
                <a:hlinkClick r:id="rId2">
                  <a:extLst>
                    <a:ext uri="{A12FA001-AC4F-418D-AE19-62706E023703}">
                      <ahyp:hlinkClr xmlns:ahyp="http://schemas.microsoft.com/office/drawing/2018/hyperlinkcolor" val="tx"/>
                    </a:ext>
                  </a:extLst>
                </a:hlinkClick>
              </a:rPr>
              <a:t>Slidesgo</a:t>
            </a:r>
            <a:r>
              <a:rPr lang="en" sz="1000">
                <a:solidFill>
                  <a:schemeClr val="accent5"/>
                </a:solidFill>
                <a:latin typeface="Barlow"/>
                <a:ea typeface="Barlow"/>
                <a:cs typeface="Barlow"/>
                <a:sym typeface="Barlow"/>
              </a:rPr>
              <a:t>, and includes icons by </a:t>
            </a:r>
            <a:r>
              <a:rPr lang="en" sz="1000" b="1">
                <a:solidFill>
                  <a:schemeClr val="lt2"/>
                </a:solidFill>
                <a:uFill>
                  <a:noFill/>
                </a:uFill>
                <a:latin typeface="Barlow"/>
                <a:ea typeface="Barlow"/>
                <a:cs typeface="Barlow"/>
                <a:sym typeface="Barlow"/>
                <a:hlinkClick r:id="rId3">
                  <a:extLst>
                    <a:ext uri="{A12FA001-AC4F-418D-AE19-62706E023703}">
                      <ahyp:hlinkClr xmlns:ahyp="http://schemas.microsoft.com/office/drawing/2018/hyperlinkcolor" val="tx"/>
                    </a:ext>
                  </a:extLst>
                </a:hlinkClick>
              </a:rPr>
              <a:t>Flaticon</a:t>
            </a:r>
            <a:r>
              <a:rPr lang="en" sz="1000">
                <a:solidFill>
                  <a:schemeClr val="accent5"/>
                </a:solidFill>
                <a:latin typeface="Barlow"/>
                <a:ea typeface="Barlow"/>
                <a:cs typeface="Barlow"/>
                <a:sym typeface="Barlow"/>
              </a:rPr>
              <a:t>, and infographics &amp; images by </a:t>
            </a:r>
            <a:r>
              <a:rPr lang="en" sz="1000" b="1">
                <a:solidFill>
                  <a:schemeClr val="lt2"/>
                </a:solidFill>
                <a:uFill>
                  <a:noFill/>
                </a:uFill>
                <a:latin typeface="Barlow"/>
                <a:ea typeface="Barlow"/>
                <a:cs typeface="Barlow"/>
                <a:sym typeface="Barlow"/>
                <a:hlinkClick r:id="rId4">
                  <a:extLst>
                    <a:ext uri="{A12FA001-AC4F-418D-AE19-62706E023703}">
                      <ahyp:hlinkClr xmlns:ahyp="http://schemas.microsoft.com/office/drawing/2018/hyperlinkcolor" val="tx"/>
                    </a:ext>
                  </a:extLst>
                </a:hlinkClick>
              </a:rPr>
              <a:t>Freepik</a:t>
            </a:r>
            <a:endParaRPr sz="1000" b="1">
              <a:solidFill>
                <a:schemeClr val="lt2"/>
              </a:solidFill>
              <a:latin typeface="Barlow"/>
              <a:ea typeface="Barlow"/>
              <a:cs typeface="Barlow"/>
              <a:sym typeface="Barlow"/>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p:cSld name="ONE_COLUMN_TEXT_1_1_1_1">
    <p:spTree>
      <p:nvGrpSpPr>
        <p:cNvPr id="1" name="Shape 230"/>
        <p:cNvGrpSpPr/>
        <p:nvPr/>
      </p:nvGrpSpPr>
      <p:grpSpPr>
        <a:xfrm>
          <a:off x="0" y="0"/>
          <a:ext cx="0" cy="0"/>
          <a:chOff x="0" y="0"/>
          <a:chExt cx="0" cy="0"/>
        </a:xfrm>
      </p:grpSpPr>
      <p:sp>
        <p:nvSpPr>
          <p:cNvPr id="231" name="Google Shape;231;p28"/>
          <p:cNvSpPr/>
          <p:nvPr/>
        </p:nvSpPr>
        <p:spPr>
          <a:xfrm rot="10800000">
            <a:off x="7767871" y="3507890"/>
            <a:ext cx="858000" cy="743400"/>
          </a:xfrm>
          <a:prstGeom prst="hexagon">
            <a:avLst>
              <a:gd name="adj" fmla="val 25000"/>
              <a:gd name="vf" fmla="val 11547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8"/>
          <p:cNvSpPr/>
          <p:nvPr/>
        </p:nvSpPr>
        <p:spPr>
          <a:xfrm>
            <a:off x="976167" y="1385244"/>
            <a:ext cx="893400" cy="774000"/>
          </a:xfrm>
          <a:prstGeom prst="hexagon">
            <a:avLst>
              <a:gd name="adj" fmla="val 25000"/>
              <a:gd name="vf" fmla="val 11547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8"/>
          <p:cNvSpPr/>
          <p:nvPr/>
        </p:nvSpPr>
        <p:spPr>
          <a:xfrm rot="10800000">
            <a:off x="609871" y="1212800"/>
            <a:ext cx="366300" cy="317100"/>
          </a:xfrm>
          <a:prstGeom prst="hexagon">
            <a:avLst>
              <a:gd name="adj" fmla="val 25000"/>
              <a:gd name="vf" fmla="val 115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8"/>
          <p:cNvSpPr/>
          <p:nvPr/>
        </p:nvSpPr>
        <p:spPr>
          <a:xfrm rot="-4597408">
            <a:off x="7490822" y="-1515680"/>
            <a:ext cx="2273420" cy="4259940"/>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235" name="Google Shape;235;p28"/>
          <p:cNvSpPr/>
          <p:nvPr/>
        </p:nvSpPr>
        <p:spPr>
          <a:xfrm rot="6163845">
            <a:off x="-185773" y="2688717"/>
            <a:ext cx="2250562" cy="4217185"/>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236" name="Google Shape;236;p28"/>
          <p:cNvSpPr/>
          <p:nvPr/>
        </p:nvSpPr>
        <p:spPr>
          <a:xfrm>
            <a:off x="6861422" y="-390734"/>
            <a:ext cx="2730811" cy="3039500"/>
          </a:xfrm>
          <a:custGeom>
            <a:avLst/>
            <a:gdLst/>
            <a:ahLst/>
            <a:cxnLst/>
            <a:rect l="l" t="t" r="r" b="b"/>
            <a:pathLst>
              <a:path w="91738" h="102108" extrusionOk="0">
                <a:moveTo>
                  <a:pt x="2203" y="0"/>
                </a:moveTo>
                <a:cubicBezTo>
                  <a:pt x="-963" y="5541"/>
                  <a:pt x="-795" y="14965"/>
                  <a:pt x="4108" y="19050"/>
                </a:cubicBezTo>
                <a:cubicBezTo>
                  <a:pt x="12879" y="26359"/>
                  <a:pt x="27837" y="24994"/>
                  <a:pt x="34969" y="33909"/>
                </a:cubicBezTo>
                <a:cubicBezTo>
                  <a:pt x="42446" y="43255"/>
                  <a:pt x="42065" y="56817"/>
                  <a:pt x="46780" y="67818"/>
                </a:cubicBezTo>
                <a:cubicBezTo>
                  <a:pt x="54204" y="85142"/>
                  <a:pt x="73858" y="96148"/>
                  <a:pt x="91738" y="102108"/>
                </a:cubicBezTo>
              </a:path>
            </a:pathLst>
          </a:custGeom>
          <a:noFill/>
          <a:ln w="28575" cap="flat" cmpd="sng">
            <a:solidFill>
              <a:schemeClr val="lt2"/>
            </a:solidFill>
            <a:prstDash val="dash"/>
            <a:round/>
            <a:headEnd type="none" w="med" len="med"/>
            <a:tailEnd type="none" w="med" len="med"/>
          </a:ln>
        </p:spPr>
      </p:sp>
      <p:sp>
        <p:nvSpPr>
          <p:cNvPr id="237" name="Google Shape;237;p28"/>
          <p:cNvSpPr/>
          <p:nvPr/>
        </p:nvSpPr>
        <p:spPr>
          <a:xfrm rot="-7621270">
            <a:off x="-1611426" y="3857979"/>
            <a:ext cx="2907602" cy="2400260"/>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1">
  <p:cSld name="ONE_COLUMN_TEXT_1_1_1_1_1">
    <p:spTree>
      <p:nvGrpSpPr>
        <p:cNvPr id="1" name="Shape 238"/>
        <p:cNvGrpSpPr/>
        <p:nvPr/>
      </p:nvGrpSpPr>
      <p:grpSpPr>
        <a:xfrm>
          <a:off x="0" y="0"/>
          <a:ext cx="0" cy="0"/>
          <a:chOff x="0" y="0"/>
          <a:chExt cx="0" cy="0"/>
        </a:xfrm>
      </p:grpSpPr>
      <p:sp>
        <p:nvSpPr>
          <p:cNvPr id="239" name="Google Shape;239;p29"/>
          <p:cNvSpPr/>
          <p:nvPr/>
        </p:nvSpPr>
        <p:spPr>
          <a:xfrm>
            <a:off x="1124446" y="996375"/>
            <a:ext cx="390900" cy="338700"/>
          </a:xfrm>
          <a:prstGeom prst="hexagon">
            <a:avLst>
              <a:gd name="adj" fmla="val 25000"/>
              <a:gd name="vf" fmla="val 115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9"/>
          <p:cNvSpPr/>
          <p:nvPr/>
        </p:nvSpPr>
        <p:spPr>
          <a:xfrm>
            <a:off x="1566946" y="1175499"/>
            <a:ext cx="858000" cy="743400"/>
          </a:xfrm>
          <a:prstGeom prst="hexagon">
            <a:avLst>
              <a:gd name="adj" fmla="val 25000"/>
              <a:gd name="vf" fmla="val 11547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9"/>
          <p:cNvSpPr/>
          <p:nvPr/>
        </p:nvSpPr>
        <p:spPr>
          <a:xfrm rot="5805895" flipH="1">
            <a:off x="-584523" y="-1656360"/>
            <a:ext cx="1909250" cy="3577622"/>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242" name="Google Shape;242;p29"/>
          <p:cNvSpPr/>
          <p:nvPr/>
        </p:nvSpPr>
        <p:spPr>
          <a:xfrm rot="-1662935" flipH="1">
            <a:off x="-1219797" y="-1301917"/>
            <a:ext cx="2907758" cy="2400389"/>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243" name="Google Shape;243;p29"/>
          <p:cNvSpPr/>
          <p:nvPr/>
        </p:nvSpPr>
        <p:spPr>
          <a:xfrm rot="-6393474" flipH="1">
            <a:off x="7380632" y="2949230"/>
            <a:ext cx="1909091" cy="3577323"/>
          </a:xfrm>
          <a:custGeom>
            <a:avLst/>
            <a:gdLst/>
            <a:ahLst/>
            <a:cxnLst/>
            <a:rect l="l" t="t" r="r" b="b"/>
            <a:pathLst>
              <a:path w="71003" h="133048" extrusionOk="0">
                <a:moveTo>
                  <a:pt x="6137" y="78721"/>
                </a:moveTo>
                <a:cubicBezTo>
                  <a:pt x="9722" y="70090"/>
                  <a:pt x="19863" y="63203"/>
                  <a:pt x="21985" y="52685"/>
                </a:cubicBezTo>
                <a:cubicBezTo>
                  <a:pt x="24108" y="42167"/>
                  <a:pt x="17174" y="24292"/>
                  <a:pt x="18872" y="15613"/>
                </a:cubicBezTo>
                <a:cubicBezTo>
                  <a:pt x="20570" y="6935"/>
                  <a:pt x="25098" y="2406"/>
                  <a:pt x="32173" y="614"/>
                </a:cubicBezTo>
                <a:cubicBezTo>
                  <a:pt x="39248" y="-1178"/>
                  <a:pt x="54860" y="1274"/>
                  <a:pt x="61322" y="4859"/>
                </a:cubicBezTo>
                <a:cubicBezTo>
                  <a:pt x="67784" y="8444"/>
                  <a:pt x="71180" y="15660"/>
                  <a:pt x="70944" y="22122"/>
                </a:cubicBezTo>
                <a:cubicBezTo>
                  <a:pt x="70708" y="28584"/>
                  <a:pt x="61935" y="36460"/>
                  <a:pt x="59907" y="43629"/>
                </a:cubicBezTo>
                <a:cubicBezTo>
                  <a:pt x="57879" y="50798"/>
                  <a:pt x="57737" y="58156"/>
                  <a:pt x="58775" y="65137"/>
                </a:cubicBezTo>
                <a:cubicBezTo>
                  <a:pt x="59813" y="72118"/>
                  <a:pt x="64435" y="78297"/>
                  <a:pt x="66133" y="85513"/>
                </a:cubicBezTo>
                <a:cubicBezTo>
                  <a:pt x="67831" y="92730"/>
                  <a:pt x="70850" y="100984"/>
                  <a:pt x="68963" y="108436"/>
                </a:cubicBezTo>
                <a:cubicBezTo>
                  <a:pt x="67076" y="115888"/>
                  <a:pt x="63492" y="126642"/>
                  <a:pt x="54813" y="130227"/>
                </a:cubicBezTo>
                <a:cubicBezTo>
                  <a:pt x="46134" y="133812"/>
                  <a:pt x="25947" y="134236"/>
                  <a:pt x="16891" y="129944"/>
                </a:cubicBezTo>
                <a:cubicBezTo>
                  <a:pt x="7835" y="125652"/>
                  <a:pt x="2269" y="113011"/>
                  <a:pt x="477" y="104474"/>
                </a:cubicBezTo>
                <a:cubicBezTo>
                  <a:pt x="-1315" y="95937"/>
                  <a:pt x="2552" y="87353"/>
                  <a:pt x="6137" y="78721"/>
                </a:cubicBezTo>
                <a:close/>
              </a:path>
            </a:pathLst>
          </a:custGeom>
          <a:solidFill>
            <a:schemeClr val="accent6"/>
          </a:solidFill>
          <a:ln>
            <a:noFill/>
          </a:ln>
        </p:spPr>
      </p:sp>
      <p:sp>
        <p:nvSpPr>
          <p:cNvPr id="244" name="Google Shape;244;p29"/>
          <p:cNvSpPr/>
          <p:nvPr/>
        </p:nvSpPr>
        <p:spPr>
          <a:xfrm rot="8385475" flipH="1">
            <a:off x="7051352" y="3931933"/>
            <a:ext cx="2907567" cy="2400231"/>
          </a:xfrm>
          <a:custGeom>
            <a:avLst/>
            <a:gdLst/>
            <a:ahLst/>
            <a:cxnLst/>
            <a:rect l="l" t="t" r="r" b="b"/>
            <a:pathLst>
              <a:path w="116306" h="96012" extrusionOk="0">
                <a:moveTo>
                  <a:pt x="72491" y="0"/>
                </a:moveTo>
                <a:cubicBezTo>
                  <a:pt x="72491" y="11108"/>
                  <a:pt x="69338" y="24974"/>
                  <a:pt x="59918" y="30861"/>
                </a:cubicBezTo>
                <a:cubicBezTo>
                  <a:pt x="43117" y="41361"/>
                  <a:pt x="19063" y="39712"/>
                  <a:pt x="5054" y="53721"/>
                </a:cubicBezTo>
                <a:cubicBezTo>
                  <a:pt x="-424" y="59199"/>
                  <a:pt x="-656" y="68984"/>
                  <a:pt x="863" y="76581"/>
                </a:cubicBezTo>
                <a:cubicBezTo>
                  <a:pt x="3046" y="87498"/>
                  <a:pt x="18010" y="95869"/>
                  <a:pt x="29057" y="94488"/>
                </a:cubicBezTo>
                <a:cubicBezTo>
                  <a:pt x="35091" y="93734"/>
                  <a:pt x="39743" y="88678"/>
                  <a:pt x="45059" y="85725"/>
                </a:cubicBezTo>
                <a:cubicBezTo>
                  <a:pt x="51067" y="82387"/>
                  <a:pt x="58119" y="81296"/>
                  <a:pt x="64871" y="80010"/>
                </a:cubicBezTo>
                <a:cubicBezTo>
                  <a:pt x="82509" y="76650"/>
                  <a:pt x="99635" y="89343"/>
                  <a:pt x="116306" y="96012"/>
                </a:cubicBezTo>
              </a:path>
            </a:pathLst>
          </a:custGeom>
          <a:noFill/>
          <a:ln w="28575" cap="flat" cmpd="sng">
            <a:solidFill>
              <a:schemeClr val="lt2"/>
            </a:solidFill>
            <a:prstDash val="dash"/>
            <a:round/>
            <a:headEnd type="none" w="med" len="med"/>
            <a:tailEnd type="none" w="med" len="med"/>
          </a:ln>
        </p:spPr>
      </p:sp>
      <p:sp>
        <p:nvSpPr>
          <p:cNvPr id="245" name="Google Shape;245;p29"/>
          <p:cNvSpPr/>
          <p:nvPr/>
        </p:nvSpPr>
        <p:spPr>
          <a:xfrm>
            <a:off x="7151521" y="3572949"/>
            <a:ext cx="858000" cy="743400"/>
          </a:xfrm>
          <a:prstGeom prst="hexagon">
            <a:avLst>
              <a:gd name="adj" fmla="val 25000"/>
              <a:gd name="vf" fmla="val 11547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2">
  <p:cSld name="ONE_COLUMN_TEXT_1_1_1_1_1_1">
    <p:spTree>
      <p:nvGrpSpPr>
        <p:cNvPr id="1" name="Shape 2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Montserrat Alternates"/>
              <a:buNone/>
              <a:defRPr sz="2800" b="1">
                <a:solidFill>
                  <a:schemeClr val="lt2"/>
                </a:solidFill>
                <a:latin typeface="Montserrat Alternates"/>
                <a:ea typeface="Montserrat Alternates"/>
                <a:cs typeface="Montserrat Alternates"/>
                <a:sym typeface="Montserrat Alternates"/>
              </a:defRPr>
            </a:lvl1pPr>
            <a:lvl2pPr lvl="1">
              <a:spcBef>
                <a:spcPts val="0"/>
              </a:spcBef>
              <a:spcAft>
                <a:spcPts val="0"/>
              </a:spcAft>
              <a:buClr>
                <a:schemeClr val="lt2"/>
              </a:buClr>
              <a:buSzPts val="2800"/>
              <a:buFont typeface="Montserrat Alternates"/>
              <a:buNone/>
              <a:defRPr sz="2800" b="1">
                <a:solidFill>
                  <a:schemeClr val="lt2"/>
                </a:solidFill>
                <a:latin typeface="Montserrat Alternates"/>
                <a:ea typeface="Montserrat Alternates"/>
                <a:cs typeface="Montserrat Alternates"/>
                <a:sym typeface="Montserrat Alternates"/>
              </a:defRPr>
            </a:lvl2pPr>
            <a:lvl3pPr lvl="2">
              <a:spcBef>
                <a:spcPts val="0"/>
              </a:spcBef>
              <a:spcAft>
                <a:spcPts val="0"/>
              </a:spcAft>
              <a:buClr>
                <a:schemeClr val="lt2"/>
              </a:buClr>
              <a:buSzPts val="2800"/>
              <a:buFont typeface="Montserrat Alternates"/>
              <a:buNone/>
              <a:defRPr sz="2800" b="1">
                <a:solidFill>
                  <a:schemeClr val="lt2"/>
                </a:solidFill>
                <a:latin typeface="Montserrat Alternates"/>
                <a:ea typeface="Montserrat Alternates"/>
                <a:cs typeface="Montserrat Alternates"/>
                <a:sym typeface="Montserrat Alternates"/>
              </a:defRPr>
            </a:lvl3pPr>
            <a:lvl4pPr lvl="3">
              <a:spcBef>
                <a:spcPts val="0"/>
              </a:spcBef>
              <a:spcAft>
                <a:spcPts val="0"/>
              </a:spcAft>
              <a:buClr>
                <a:schemeClr val="lt2"/>
              </a:buClr>
              <a:buSzPts val="2800"/>
              <a:buFont typeface="Montserrat Alternates"/>
              <a:buNone/>
              <a:defRPr sz="2800" b="1">
                <a:solidFill>
                  <a:schemeClr val="lt2"/>
                </a:solidFill>
                <a:latin typeface="Montserrat Alternates"/>
                <a:ea typeface="Montserrat Alternates"/>
                <a:cs typeface="Montserrat Alternates"/>
                <a:sym typeface="Montserrat Alternates"/>
              </a:defRPr>
            </a:lvl4pPr>
            <a:lvl5pPr lvl="4">
              <a:spcBef>
                <a:spcPts val="0"/>
              </a:spcBef>
              <a:spcAft>
                <a:spcPts val="0"/>
              </a:spcAft>
              <a:buClr>
                <a:schemeClr val="lt2"/>
              </a:buClr>
              <a:buSzPts val="2800"/>
              <a:buFont typeface="Montserrat Alternates"/>
              <a:buNone/>
              <a:defRPr sz="2800" b="1">
                <a:solidFill>
                  <a:schemeClr val="lt2"/>
                </a:solidFill>
                <a:latin typeface="Montserrat Alternates"/>
                <a:ea typeface="Montserrat Alternates"/>
                <a:cs typeface="Montserrat Alternates"/>
                <a:sym typeface="Montserrat Alternates"/>
              </a:defRPr>
            </a:lvl5pPr>
            <a:lvl6pPr lvl="5">
              <a:spcBef>
                <a:spcPts val="0"/>
              </a:spcBef>
              <a:spcAft>
                <a:spcPts val="0"/>
              </a:spcAft>
              <a:buClr>
                <a:schemeClr val="lt2"/>
              </a:buClr>
              <a:buSzPts val="2800"/>
              <a:buFont typeface="Montserrat Alternates"/>
              <a:buNone/>
              <a:defRPr sz="2800" b="1">
                <a:solidFill>
                  <a:schemeClr val="lt2"/>
                </a:solidFill>
                <a:latin typeface="Montserrat Alternates"/>
                <a:ea typeface="Montserrat Alternates"/>
                <a:cs typeface="Montserrat Alternates"/>
                <a:sym typeface="Montserrat Alternates"/>
              </a:defRPr>
            </a:lvl6pPr>
            <a:lvl7pPr lvl="6">
              <a:spcBef>
                <a:spcPts val="0"/>
              </a:spcBef>
              <a:spcAft>
                <a:spcPts val="0"/>
              </a:spcAft>
              <a:buClr>
                <a:schemeClr val="lt2"/>
              </a:buClr>
              <a:buSzPts val="2800"/>
              <a:buFont typeface="Montserrat Alternates"/>
              <a:buNone/>
              <a:defRPr sz="2800" b="1">
                <a:solidFill>
                  <a:schemeClr val="lt2"/>
                </a:solidFill>
                <a:latin typeface="Montserrat Alternates"/>
                <a:ea typeface="Montserrat Alternates"/>
                <a:cs typeface="Montserrat Alternates"/>
                <a:sym typeface="Montserrat Alternates"/>
              </a:defRPr>
            </a:lvl7pPr>
            <a:lvl8pPr lvl="7">
              <a:spcBef>
                <a:spcPts val="0"/>
              </a:spcBef>
              <a:spcAft>
                <a:spcPts val="0"/>
              </a:spcAft>
              <a:buClr>
                <a:schemeClr val="lt2"/>
              </a:buClr>
              <a:buSzPts val="2800"/>
              <a:buFont typeface="Montserrat Alternates"/>
              <a:buNone/>
              <a:defRPr sz="2800" b="1">
                <a:solidFill>
                  <a:schemeClr val="lt2"/>
                </a:solidFill>
                <a:latin typeface="Montserrat Alternates"/>
                <a:ea typeface="Montserrat Alternates"/>
                <a:cs typeface="Montserrat Alternates"/>
                <a:sym typeface="Montserrat Alternates"/>
              </a:defRPr>
            </a:lvl8pPr>
            <a:lvl9pPr lvl="8">
              <a:spcBef>
                <a:spcPts val="0"/>
              </a:spcBef>
              <a:spcAft>
                <a:spcPts val="0"/>
              </a:spcAft>
              <a:buClr>
                <a:schemeClr val="lt2"/>
              </a:buClr>
              <a:buSzPts val="2800"/>
              <a:buFont typeface="Montserrat Alternates"/>
              <a:buNone/>
              <a:defRPr sz="2800" b="1">
                <a:solidFill>
                  <a:schemeClr val="lt2"/>
                </a:solidFill>
                <a:latin typeface="Montserrat Alternates"/>
                <a:ea typeface="Montserrat Alternates"/>
                <a:cs typeface="Montserrat Alternates"/>
                <a:sym typeface="Montserrat Alternate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5"/>
              </a:buClr>
              <a:buSzPts val="1400"/>
              <a:buFont typeface="Barlow"/>
              <a:buChar char="●"/>
              <a:defRPr>
                <a:solidFill>
                  <a:schemeClr val="accent5"/>
                </a:solidFill>
                <a:latin typeface="Barlow"/>
                <a:ea typeface="Barlow"/>
                <a:cs typeface="Barlow"/>
                <a:sym typeface="Barlow"/>
              </a:defRPr>
            </a:lvl1pPr>
            <a:lvl2pPr marL="914400" lvl="1" indent="-317500">
              <a:lnSpc>
                <a:spcPct val="100000"/>
              </a:lnSpc>
              <a:spcBef>
                <a:spcPts val="0"/>
              </a:spcBef>
              <a:spcAft>
                <a:spcPts val="0"/>
              </a:spcAft>
              <a:buClr>
                <a:schemeClr val="accent5"/>
              </a:buClr>
              <a:buSzPts val="1400"/>
              <a:buFont typeface="Barlow"/>
              <a:buChar char="○"/>
              <a:defRPr>
                <a:solidFill>
                  <a:schemeClr val="accent5"/>
                </a:solidFill>
                <a:latin typeface="Barlow"/>
                <a:ea typeface="Barlow"/>
                <a:cs typeface="Barlow"/>
                <a:sym typeface="Barlow"/>
              </a:defRPr>
            </a:lvl2pPr>
            <a:lvl3pPr marL="1371600" lvl="2" indent="-317500">
              <a:lnSpc>
                <a:spcPct val="100000"/>
              </a:lnSpc>
              <a:spcBef>
                <a:spcPts val="0"/>
              </a:spcBef>
              <a:spcAft>
                <a:spcPts val="0"/>
              </a:spcAft>
              <a:buClr>
                <a:schemeClr val="accent5"/>
              </a:buClr>
              <a:buSzPts val="1400"/>
              <a:buFont typeface="Barlow"/>
              <a:buChar char="■"/>
              <a:defRPr>
                <a:solidFill>
                  <a:schemeClr val="accent5"/>
                </a:solidFill>
                <a:latin typeface="Barlow"/>
                <a:ea typeface="Barlow"/>
                <a:cs typeface="Barlow"/>
                <a:sym typeface="Barlow"/>
              </a:defRPr>
            </a:lvl3pPr>
            <a:lvl4pPr marL="1828800" lvl="3" indent="-317500">
              <a:lnSpc>
                <a:spcPct val="100000"/>
              </a:lnSpc>
              <a:spcBef>
                <a:spcPts val="0"/>
              </a:spcBef>
              <a:spcAft>
                <a:spcPts val="0"/>
              </a:spcAft>
              <a:buClr>
                <a:schemeClr val="accent5"/>
              </a:buClr>
              <a:buSzPts val="1400"/>
              <a:buFont typeface="Barlow"/>
              <a:buChar char="●"/>
              <a:defRPr>
                <a:solidFill>
                  <a:schemeClr val="accent5"/>
                </a:solidFill>
                <a:latin typeface="Barlow"/>
                <a:ea typeface="Barlow"/>
                <a:cs typeface="Barlow"/>
                <a:sym typeface="Barlow"/>
              </a:defRPr>
            </a:lvl4pPr>
            <a:lvl5pPr marL="2286000" lvl="4" indent="-317500">
              <a:lnSpc>
                <a:spcPct val="100000"/>
              </a:lnSpc>
              <a:spcBef>
                <a:spcPts val="0"/>
              </a:spcBef>
              <a:spcAft>
                <a:spcPts val="0"/>
              </a:spcAft>
              <a:buClr>
                <a:schemeClr val="accent5"/>
              </a:buClr>
              <a:buSzPts val="1400"/>
              <a:buFont typeface="Barlow"/>
              <a:buChar char="○"/>
              <a:defRPr>
                <a:solidFill>
                  <a:schemeClr val="accent5"/>
                </a:solidFill>
                <a:latin typeface="Barlow"/>
                <a:ea typeface="Barlow"/>
                <a:cs typeface="Barlow"/>
                <a:sym typeface="Barlow"/>
              </a:defRPr>
            </a:lvl5pPr>
            <a:lvl6pPr marL="2743200" lvl="5" indent="-317500">
              <a:lnSpc>
                <a:spcPct val="100000"/>
              </a:lnSpc>
              <a:spcBef>
                <a:spcPts val="0"/>
              </a:spcBef>
              <a:spcAft>
                <a:spcPts val="0"/>
              </a:spcAft>
              <a:buClr>
                <a:schemeClr val="accent5"/>
              </a:buClr>
              <a:buSzPts val="1400"/>
              <a:buFont typeface="Barlow"/>
              <a:buChar char="■"/>
              <a:defRPr>
                <a:solidFill>
                  <a:schemeClr val="accent5"/>
                </a:solidFill>
                <a:latin typeface="Barlow"/>
                <a:ea typeface="Barlow"/>
                <a:cs typeface="Barlow"/>
                <a:sym typeface="Barlow"/>
              </a:defRPr>
            </a:lvl6pPr>
            <a:lvl7pPr marL="3200400" lvl="6" indent="-317500">
              <a:lnSpc>
                <a:spcPct val="100000"/>
              </a:lnSpc>
              <a:spcBef>
                <a:spcPts val="0"/>
              </a:spcBef>
              <a:spcAft>
                <a:spcPts val="0"/>
              </a:spcAft>
              <a:buClr>
                <a:schemeClr val="accent5"/>
              </a:buClr>
              <a:buSzPts val="1400"/>
              <a:buFont typeface="Barlow"/>
              <a:buChar char="●"/>
              <a:defRPr>
                <a:solidFill>
                  <a:schemeClr val="accent5"/>
                </a:solidFill>
                <a:latin typeface="Barlow"/>
                <a:ea typeface="Barlow"/>
                <a:cs typeface="Barlow"/>
                <a:sym typeface="Barlow"/>
              </a:defRPr>
            </a:lvl7pPr>
            <a:lvl8pPr marL="3657600" lvl="7" indent="-317500">
              <a:lnSpc>
                <a:spcPct val="100000"/>
              </a:lnSpc>
              <a:spcBef>
                <a:spcPts val="0"/>
              </a:spcBef>
              <a:spcAft>
                <a:spcPts val="0"/>
              </a:spcAft>
              <a:buClr>
                <a:schemeClr val="accent5"/>
              </a:buClr>
              <a:buSzPts val="1400"/>
              <a:buFont typeface="Barlow"/>
              <a:buChar char="○"/>
              <a:defRPr>
                <a:solidFill>
                  <a:schemeClr val="accent5"/>
                </a:solidFill>
                <a:latin typeface="Barlow"/>
                <a:ea typeface="Barlow"/>
                <a:cs typeface="Barlow"/>
                <a:sym typeface="Barlow"/>
              </a:defRPr>
            </a:lvl8pPr>
            <a:lvl9pPr marL="4114800" lvl="8" indent="-317500">
              <a:lnSpc>
                <a:spcPct val="100000"/>
              </a:lnSpc>
              <a:spcBef>
                <a:spcPts val="0"/>
              </a:spcBef>
              <a:spcAft>
                <a:spcPts val="0"/>
              </a:spcAft>
              <a:buClr>
                <a:schemeClr val="accent5"/>
              </a:buClr>
              <a:buSzPts val="1400"/>
              <a:buFont typeface="Barlow"/>
              <a:buChar char="■"/>
              <a:defRPr>
                <a:solidFill>
                  <a:schemeClr val="accent5"/>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50"/>
        <p:cNvGrpSpPr/>
        <p:nvPr/>
      </p:nvGrpSpPr>
      <p:grpSpPr>
        <a:xfrm>
          <a:off x="0" y="0"/>
          <a:ext cx="0" cy="0"/>
          <a:chOff x="0" y="0"/>
          <a:chExt cx="0" cy="0"/>
        </a:xfrm>
      </p:grpSpPr>
      <p:sp>
        <p:nvSpPr>
          <p:cNvPr id="251" name="Google Shape;251;p31"/>
          <p:cNvSpPr/>
          <p:nvPr/>
        </p:nvSpPr>
        <p:spPr>
          <a:xfrm>
            <a:off x="6665825" y="530350"/>
            <a:ext cx="1184100" cy="1026000"/>
          </a:xfrm>
          <a:prstGeom prst="hexagon">
            <a:avLst>
              <a:gd name="adj" fmla="val 25000"/>
              <a:gd name="vf" fmla="val 11547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1"/>
          <p:cNvSpPr/>
          <p:nvPr/>
        </p:nvSpPr>
        <p:spPr>
          <a:xfrm>
            <a:off x="8061525" y="1351600"/>
            <a:ext cx="539700" cy="467700"/>
          </a:xfrm>
          <a:prstGeom prst="hexagon">
            <a:avLst>
              <a:gd name="adj" fmla="val 25000"/>
              <a:gd name="vf" fmla="val 115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1"/>
          <p:cNvSpPr txBox="1">
            <a:spLocks noGrp="1"/>
          </p:cNvSpPr>
          <p:nvPr>
            <p:ph type="ctrTitle"/>
          </p:nvPr>
        </p:nvSpPr>
        <p:spPr>
          <a:xfrm>
            <a:off x="618475" y="1464575"/>
            <a:ext cx="6287100" cy="114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500"/>
              <a:t>Harnessing Patient-generated data to Enhance Knowledge of Rare Diseases: A Feasibility Study</a:t>
            </a:r>
            <a:endParaRPr sz="2500"/>
          </a:p>
        </p:txBody>
      </p:sp>
      <p:sp>
        <p:nvSpPr>
          <p:cNvPr id="254" name="Google Shape;254;p31"/>
          <p:cNvSpPr txBox="1">
            <a:spLocks noGrp="1"/>
          </p:cNvSpPr>
          <p:nvPr>
            <p:ph type="subTitle" idx="1"/>
          </p:nvPr>
        </p:nvSpPr>
        <p:spPr>
          <a:xfrm>
            <a:off x="618475" y="2744675"/>
            <a:ext cx="5299200" cy="42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dirty="0"/>
              <a:t>Selina Hui</a:t>
            </a:r>
            <a:endParaRPr sz="1700" dirty="0"/>
          </a:p>
        </p:txBody>
      </p:sp>
      <p:sp>
        <p:nvSpPr>
          <p:cNvPr id="255" name="Google Shape;255;p31"/>
          <p:cNvSpPr/>
          <p:nvPr/>
        </p:nvSpPr>
        <p:spPr>
          <a:xfrm>
            <a:off x="713225" y="4140875"/>
            <a:ext cx="539700" cy="467700"/>
          </a:xfrm>
          <a:prstGeom prst="hexagon">
            <a:avLst>
              <a:gd name="adj" fmla="val 25000"/>
              <a:gd name="vf" fmla="val 115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1"/>
          <p:cNvSpPr/>
          <p:nvPr/>
        </p:nvSpPr>
        <p:spPr>
          <a:xfrm>
            <a:off x="-470875" y="4608575"/>
            <a:ext cx="1184100" cy="1026000"/>
          </a:xfrm>
          <a:prstGeom prst="hexagon">
            <a:avLst>
              <a:gd name="adj" fmla="val 25000"/>
              <a:gd name="vf" fmla="val 11547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1"/>
          <p:cNvSpPr txBox="1"/>
          <p:nvPr/>
        </p:nvSpPr>
        <p:spPr>
          <a:xfrm>
            <a:off x="618475" y="3207925"/>
            <a:ext cx="6016500" cy="61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accent5"/>
                </a:solidFill>
                <a:latin typeface="Barlow"/>
                <a:ea typeface="Barlow"/>
                <a:cs typeface="Barlow"/>
                <a:sym typeface="Barlow"/>
              </a:rPr>
              <a:t>Mentors: Dr. Chunhua Weng, Dr. Casey Ta, Fangyi Chen</a:t>
            </a:r>
            <a:endParaRPr sz="1700">
              <a:solidFill>
                <a:schemeClr val="accent5"/>
              </a:solidFill>
              <a:latin typeface="Barlow"/>
              <a:ea typeface="Barlow"/>
              <a:cs typeface="Barlow"/>
              <a:sym typeface="Barlow"/>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2"/>
          <p:cNvSpPr txBox="1">
            <a:spLocks noGrp="1"/>
          </p:cNvSpPr>
          <p:nvPr>
            <p:ph type="title"/>
          </p:nvPr>
        </p:nvSpPr>
        <p:spPr>
          <a:xfrm>
            <a:off x="637025" y="7498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Learning Objectives</a:t>
            </a:r>
            <a:endParaRPr/>
          </a:p>
        </p:txBody>
      </p:sp>
      <p:sp>
        <p:nvSpPr>
          <p:cNvPr id="263" name="Google Shape;263;p32"/>
          <p:cNvSpPr txBox="1"/>
          <p:nvPr/>
        </p:nvSpPr>
        <p:spPr>
          <a:xfrm>
            <a:off x="835625" y="1666142"/>
            <a:ext cx="7518900" cy="23958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accent5"/>
              </a:buClr>
              <a:buSzPts val="2000"/>
              <a:buFont typeface="Barlow"/>
              <a:buChar char="●"/>
            </a:pPr>
            <a:r>
              <a:rPr lang="en" sz="2000" dirty="0">
                <a:solidFill>
                  <a:schemeClr val="accent5"/>
                </a:solidFill>
                <a:latin typeface="Barlow"/>
                <a:ea typeface="Barlow"/>
                <a:cs typeface="Barlow"/>
                <a:sym typeface="Barlow"/>
              </a:rPr>
              <a:t>Explain the </a:t>
            </a:r>
            <a:r>
              <a:rPr lang="en" sz="2000" b="1" dirty="0">
                <a:solidFill>
                  <a:schemeClr val="accent5"/>
                </a:solidFill>
                <a:latin typeface="Barlow"/>
                <a:ea typeface="Barlow"/>
                <a:cs typeface="Barlow"/>
                <a:sym typeface="Barlow"/>
              </a:rPr>
              <a:t>value and characteristics of patient-generated data</a:t>
            </a:r>
            <a:r>
              <a:rPr lang="en" sz="2000" dirty="0">
                <a:solidFill>
                  <a:schemeClr val="accent5"/>
                </a:solidFill>
                <a:latin typeface="Barlow"/>
                <a:ea typeface="Barlow"/>
                <a:cs typeface="Barlow"/>
                <a:sym typeface="Barlow"/>
              </a:rPr>
              <a:t> in rare disease research</a:t>
            </a:r>
            <a:endParaRPr sz="2000" dirty="0">
              <a:solidFill>
                <a:schemeClr val="accent5"/>
              </a:solidFill>
              <a:latin typeface="Barlow"/>
              <a:ea typeface="Barlow"/>
              <a:cs typeface="Barlow"/>
              <a:sym typeface="Barlow"/>
            </a:endParaRPr>
          </a:p>
          <a:p>
            <a:pPr marL="457200" lvl="0" indent="-355600" algn="l" rtl="0">
              <a:lnSpc>
                <a:spcPct val="115000"/>
              </a:lnSpc>
              <a:spcBef>
                <a:spcPts val="0"/>
              </a:spcBef>
              <a:spcAft>
                <a:spcPts val="0"/>
              </a:spcAft>
              <a:buClr>
                <a:schemeClr val="accent5"/>
              </a:buClr>
              <a:buSzPts val="2000"/>
              <a:buFont typeface="Barlow"/>
              <a:buChar char="●"/>
            </a:pPr>
            <a:r>
              <a:rPr lang="en" sz="2000" b="1" dirty="0">
                <a:solidFill>
                  <a:schemeClr val="accent5"/>
                </a:solidFill>
                <a:latin typeface="Barlow"/>
                <a:ea typeface="Barlow"/>
                <a:cs typeface="Barlow"/>
                <a:sym typeface="Barlow"/>
              </a:rPr>
              <a:t>Compare and contrast</a:t>
            </a:r>
            <a:r>
              <a:rPr lang="en" sz="2000" dirty="0">
                <a:solidFill>
                  <a:schemeClr val="accent5"/>
                </a:solidFill>
                <a:latin typeface="Barlow"/>
                <a:ea typeface="Barlow"/>
                <a:cs typeface="Barlow"/>
                <a:sym typeface="Barlow"/>
              </a:rPr>
              <a:t> patient-reported rare disease symptoms with clinical literature</a:t>
            </a:r>
            <a:endParaRPr sz="2000" dirty="0">
              <a:solidFill>
                <a:schemeClr val="accent5"/>
              </a:solidFill>
              <a:latin typeface="Barlow"/>
              <a:ea typeface="Barlow"/>
              <a:cs typeface="Barlow"/>
              <a:sym typeface="Barlow"/>
            </a:endParaRPr>
          </a:p>
          <a:p>
            <a:pPr marL="457200" lvl="0" indent="-355600" algn="l" rtl="0">
              <a:lnSpc>
                <a:spcPct val="115000"/>
              </a:lnSpc>
              <a:spcBef>
                <a:spcPts val="0"/>
              </a:spcBef>
              <a:spcAft>
                <a:spcPts val="0"/>
              </a:spcAft>
              <a:buClr>
                <a:schemeClr val="accent5"/>
              </a:buClr>
              <a:buSzPts val="2000"/>
              <a:buFont typeface="Barlow"/>
              <a:buChar char="●"/>
            </a:pPr>
            <a:r>
              <a:rPr lang="en" sz="2000" dirty="0">
                <a:solidFill>
                  <a:schemeClr val="accent5"/>
                </a:solidFill>
                <a:latin typeface="Barlow"/>
                <a:ea typeface="Barlow"/>
                <a:cs typeface="Barlow"/>
                <a:sym typeface="Barlow"/>
              </a:rPr>
              <a:t>Explore how patient-generated data from social media has the </a:t>
            </a:r>
            <a:r>
              <a:rPr lang="en" sz="2000" b="1" dirty="0">
                <a:solidFill>
                  <a:schemeClr val="accent5"/>
                </a:solidFill>
                <a:latin typeface="Barlow"/>
                <a:ea typeface="Barlow"/>
                <a:cs typeface="Barlow"/>
                <a:sym typeface="Barlow"/>
              </a:rPr>
              <a:t>potential to improve the early detection of rare diseases</a:t>
            </a:r>
            <a:endParaRPr sz="2000" b="1" dirty="0">
              <a:solidFill>
                <a:schemeClr val="accent5"/>
              </a:solidFill>
              <a:latin typeface="Barlow"/>
              <a:ea typeface="Barlow"/>
              <a:cs typeface="Barlow"/>
              <a:sym typeface="Barlow"/>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3"/>
          <p:cNvSpPr/>
          <p:nvPr/>
        </p:nvSpPr>
        <p:spPr>
          <a:xfrm>
            <a:off x="8066475" y="3773575"/>
            <a:ext cx="793800" cy="687300"/>
          </a:xfrm>
          <a:prstGeom prst="hexagon">
            <a:avLst>
              <a:gd name="adj" fmla="val 25000"/>
              <a:gd name="vf" fmla="val 11547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3"/>
          <p:cNvSpPr/>
          <p:nvPr/>
        </p:nvSpPr>
        <p:spPr>
          <a:xfrm>
            <a:off x="7705012" y="4460872"/>
            <a:ext cx="401700" cy="347700"/>
          </a:xfrm>
          <a:prstGeom prst="hexagon">
            <a:avLst>
              <a:gd name="adj" fmla="val 25000"/>
              <a:gd name="vf" fmla="val 115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3"/>
          <p:cNvSpPr/>
          <p:nvPr/>
        </p:nvSpPr>
        <p:spPr>
          <a:xfrm>
            <a:off x="6774850" y="238050"/>
            <a:ext cx="491400" cy="426000"/>
          </a:xfrm>
          <a:prstGeom prst="hexagon">
            <a:avLst>
              <a:gd name="adj" fmla="val 25000"/>
              <a:gd name="vf" fmla="val 115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3"/>
          <p:cNvSpPr txBox="1">
            <a:spLocks noGrp="1"/>
          </p:cNvSpPr>
          <p:nvPr>
            <p:ph type="title"/>
          </p:nvPr>
        </p:nvSpPr>
        <p:spPr>
          <a:xfrm>
            <a:off x="3290550" y="540825"/>
            <a:ext cx="2562900" cy="57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Background</a:t>
            </a:r>
            <a:endParaRPr/>
          </a:p>
        </p:txBody>
      </p:sp>
      <p:sp>
        <p:nvSpPr>
          <p:cNvPr id="272" name="Google Shape;272;p33"/>
          <p:cNvSpPr txBox="1">
            <a:spLocks noGrp="1"/>
          </p:cNvSpPr>
          <p:nvPr>
            <p:ph type="body" idx="1"/>
          </p:nvPr>
        </p:nvSpPr>
        <p:spPr>
          <a:xfrm>
            <a:off x="625200" y="1167075"/>
            <a:ext cx="7140000" cy="2831400"/>
          </a:xfrm>
          <a:prstGeom prst="rect">
            <a:avLst/>
          </a:prstGeom>
        </p:spPr>
        <p:txBody>
          <a:bodyPr spcFirstLastPara="1" wrap="square" lIns="91425" tIns="91425" rIns="91425" bIns="91425" anchor="t" anchorCtr="0">
            <a:noAutofit/>
          </a:bodyPr>
          <a:lstStyle/>
          <a:p>
            <a:pPr marL="457200" lvl="0" indent="-349250" algn="l" rtl="0">
              <a:lnSpc>
                <a:spcPct val="100000"/>
              </a:lnSpc>
              <a:spcBef>
                <a:spcPts val="0"/>
              </a:spcBef>
              <a:spcAft>
                <a:spcPts val="0"/>
              </a:spcAft>
              <a:buSzPts val="1900"/>
              <a:buChar char="●"/>
            </a:pPr>
            <a:r>
              <a:rPr lang="en" sz="1900" b="1"/>
              <a:t>&gt;7000 rare diseases globally</a:t>
            </a:r>
            <a:r>
              <a:rPr lang="en" sz="1900"/>
              <a:t>, often </a:t>
            </a:r>
            <a:r>
              <a:rPr lang="en" sz="1900" b="1"/>
              <a:t>underrepresented</a:t>
            </a:r>
            <a:r>
              <a:rPr lang="en" sz="1900"/>
              <a:t> in clinical literature and difficult to diagnose</a:t>
            </a:r>
            <a:endParaRPr sz="1900"/>
          </a:p>
          <a:p>
            <a:pPr marL="457200" lvl="0" indent="-349250" algn="l" rtl="0">
              <a:lnSpc>
                <a:spcPct val="100000"/>
              </a:lnSpc>
              <a:spcBef>
                <a:spcPts val="0"/>
              </a:spcBef>
              <a:spcAft>
                <a:spcPts val="0"/>
              </a:spcAft>
              <a:buSzPts val="1900"/>
              <a:buChar char="●"/>
            </a:pPr>
            <a:r>
              <a:rPr lang="en" sz="1900"/>
              <a:t>Diagnostic delay common:</a:t>
            </a:r>
            <a:r>
              <a:rPr lang="en" sz="1900" b="1"/>
              <a:t> average of 5-7 years</a:t>
            </a:r>
            <a:r>
              <a:rPr lang="en" sz="1900"/>
              <a:t> from first symptom onset → rare disease diagnosis</a:t>
            </a:r>
            <a:endParaRPr sz="1900"/>
          </a:p>
          <a:p>
            <a:pPr marL="457200" lvl="0" indent="-349250" algn="l" rtl="0">
              <a:lnSpc>
                <a:spcPct val="100000"/>
              </a:lnSpc>
              <a:spcBef>
                <a:spcPts val="0"/>
              </a:spcBef>
              <a:spcAft>
                <a:spcPts val="0"/>
              </a:spcAft>
              <a:buSzPts val="1900"/>
              <a:buChar char="●"/>
            </a:pPr>
            <a:r>
              <a:rPr lang="en" sz="1900"/>
              <a:t>New data source: </a:t>
            </a:r>
            <a:r>
              <a:rPr lang="en" sz="1900" b="1"/>
              <a:t>social media</a:t>
            </a:r>
            <a:r>
              <a:rPr lang="en" sz="1900"/>
              <a:t>, Facebook groups</a:t>
            </a:r>
            <a:endParaRPr sz="1900"/>
          </a:p>
          <a:p>
            <a:pPr marL="457200" lvl="0" indent="-349250" algn="l" rtl="0">
              <a:lnSpc>
                <a:spcPct val="100000"/>
              </a:lnSpc>
              <a:spcBef>
                <a:spcPts val="0"/>
              </a:spcBef>
              <a:spcAft>
                <a:spcPts val="0"/>
              </a:spcAft>
              <a:buSzPts val="1900"/>
              <a:buChar char="●"/>
            </a:pPr>
            <a:r>
              <a:rPr lang="en" sz="1900"/>
              <a:t>Prior lit: Rare disease social media video analysis (Park, 2025)</a:t>
            </a:r>
            <a:endParaRPr sz="1900"/>
          </a:p>
          <a:p>
            <a:pPr marL="457200" lvl="0" indent="-349250" algn="l" rtl="0">
              <a:lnSpc>
                <a:spcPct val="100000"/>
              </a:lnSpc>
              <a:spcBef>
                <a:spcPts val="0"/>
              </a:spcBef>
              <a:spcAft>
                <a:spcPts val="0"/>
              </a:spcAft>
              <a:buSzPts val="1900"/>
              <a:buChar char="●"/>
            </a:pPr>
            <a:r>
              <a:rPr lang="en" sz="1900"/>
              <a:t>Patients often share </a:t>
            </a:r>
            <a:r>
              <a:rPr lang="en" sz="1900" b="1"/>
              <a:t>rich symptom &amp; comorbidity info </a:t>
            </a:r>
            <a:r>
              <a:rPr lang="en" sz="1900"/>
              <a:t>within their </a:t>
            </a:r>
            <a:r>
              <a:rPr lang="en" sz="1900" b="1"/>
              <a:t>rare disease narratives</a:t>
            </a:r>
            <a:endParaRPr sz="1900" b="1"/>
          </a:p>
          <a:p>
            <a:pPr marL="457200" lvl="0" indent="-349250" algn="l" rtl="0">
              <a:lnSpc>
                <a:spcPct val="100000"/>
              </a:lnSpc>
              <a:spcBef>
                <a:spcPts val="0"/>
              </a:spcBef>
              <a:spcAft>
                <a:spcPts val="0"/>
              </a:spcAft>
              <a:buSzPts val="1900"/>
              <a:buChar char="●"/>
            </a:pPr>
            <a:r>
              <a:rPr lang="en" sz="1900"/>
              <a:t>Narratives capture </a:t>
            </a:r>
            <a:r>
              <a:rPr lang="en" sz="1900" b="1"/>
              <a:t>real-world experiences</a:t>
            </a:r>
            <a:r>
              <a:rPr lang="en" sz="1900"/>
              <a:t> and first-person perspectives of rare disease patients</a:t>
            </a:r>
            <a:endParaRPr sz="1900"/>
          </a:p>
          <a:p>
            <a:pPr marL="457200" lvl="0" indent="-349250" algn="l" rtl="0">
              <a:lnSpc>
                <a:spcPct val="100000"/>
              </a:lnSpc>
              <a:spcBef>
                <a:spcPts val="0"/>
              </a:spcBef>
              <a:spcAft>
                <a:spcPts val="0"/>
              </a:spcAft>
              <a:buSzPts val="1900"/>
              <a:buChar char="●"/>
            </a:pPr>
            <a:r>
              <a:rPr lang="en" sz="1900"/>
              <a:t>Immense potential to enhance rare disease knowledge</a:t>
            </a:r>
            <a:endParaRPr sz="1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4"/>
          <p:cNvSpPr/>
          <p:nvPr/>
        </p:nvSpPr>
        <p:spPr>
          <a:xfrm flipH="1">
            <a:off x="7689083" y="4224286"/>
            <a:ext cx="780000" cy="675900"/>
          </a:xfrm>
          <a:prstGeom prst="hexagon">
            <a:avLst>
              <a:gd name="adj" fmla="val 25000"/>
              <a:gd name="vf" fmla="val 11547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4"/>
          <p:cNvSpPr/>
          <p:nvPr/>
        </p:nvSpPr>
        <p:spPr>
          <a:xfrm rot="10800000" flipH="1">
            <a:off x="8469080" y="4073681"/>
            <a:ext cx="319500" cy="276900"/>
          </a:xfrm>
          <a:prstGeom prst="hexagon">
            <a:avLst>
              <a:gd name="adj" fmla="val 25000"/>
              <a:gd name="vf" fmla="val 115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4"/>
          <p:cNvSpPr/>
          <p:nvPr/>
        </p:nvSpPr>
        <p:spPr>
          <a:xfrm rot="10800000" flipH="1">
            <a:off x="617365" y="1170118"/>
            <a:ext cx="850800" cy="737100"/>
          </a:xfrm>
          <a:prstGeom prst="hexagon">
            <a:avLst>
              <a:gd name="adj" fmla="val 25000"/>
              <a:gd name="vf" fmla="val 11547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4"/>
          <p:cNvSpPr/>
          <p:nvPr/>
        </p:nvSpPr>
        <p:spPr>
          <a:xfrm flipH="1">
            <a:off x="268769" y="1769483"/>
            <a:ext cx="348600" cy="302100"/>
          </a:xfrm>
          <a:prstGeom prst="hexagon">
            <a:avLst>
              <a:gd name="adj" fmla="val 25000"/>
              <a:gd name="vf" fmla="val 115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4"/>
          <p:cNvSpPr txBox="1">
            <a:spLocks noGrp="1"/>
          </p:cNvSpPr>
          <p:nvPr>
            <p:ph type="title"/>
          </p:nvPr>
        </p:nvSpPr>
        <p:spPr>
          <a:xfrm>
            <a:off x="1795750" y="691525"/>
            <a:ext cx="3858900" cy="62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Project Goals</a:t>
            </a:r>
            <a:endParaRPr/>
          </a:p>
        </p:txBody>
      </p:sp>
      <p:sp>
        <p:nvSpPr>
          <p:cNvPr id="282" name="Google Shape;282;p34"/>
          <p:cNvSpPr txBox="1"/>
          <p:nvPr/>
        </p:nvSpPr>
        <p:spPr>
          <a:xfrm>
            <a:off x="1600275" y="1437015"/>
            <a:ext cx="6641700" cy="26835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accent5"/>
              </a:buClr>
              <a:buSzPts val="2000"/>
              <a:buFont typeface="Barlow"/>
              <a:buAutoNum type="arabicParenR"/>
            </a:pPr>
            <a:r>
              <a:rPr lang="en" sz="2000">
                <a:solidFill>
                  <a:schemeClr val="accent5"/>
                </a:solidFill>
                <a:latin typeface="Barlow"/>
                <a:ea typeface="Barlow"/>
                <a:cs typeface="Barlow"/>
                <a:sym typeface="Barlow"/>
              </a:rPr>
              <a:t>Characterize rare disease patient narratives, eg. </a:t>
            </a:r>
            <a:r>
              <a:rPr lang="en" sz="2000" b="1">
                <a:solidFill>
                  <a:schemeClr val="accent5"/>
                </a:solidFill>
                <a:latin typeface="Barlow"/>
                <a:ea typeface="Barlow"/>
                <a:cs typeface="Barlow"/>
                <a:sym typeface="Barlow"/>
              </a:rPr>
              <a:t>frequently reported symptoms/comorbidities </a:t>
            </a:r>
            <a:r>
              <a:rPr lang="en" sz="2000">
                <a:solidFill>
                  <a:schemeClr val="accent5"/>
                </a:solidFill>
                <a:latin typeface="Barlow"/>
                <a:ea typeface="Barlow"/>
                <a:cs typeface="Barlow"/>
                <a:sym typeface="Barlow"/>
              </a:rPr>
              <a:t>from patient online posts</a:t>
            </a:r>
            <a:endParaRPr sz="2000">
              <a:solidFill>
                <a:schemeClr val="accent5"/>
              </a:solidFill>
              <a:latin typeface="Barlow"/>
              <a:ea typeface="Barlow"/>
              <a:cs typeface="Barlow"/>
              <a:sym typeface="Barlow"/>
            </a:endParaRPr>
          </a:p>
          <a:p>
            <a:pPr marL="457200" lvl="0" indent="-355600" algn="l" rtl="0">
              <a:lnSpc>
                <a:spcPct val="115000"/>
              </a:lnSpc>
              <a:spcBef>
                <a:spcPts val="0"/>
              </a:spcBef>
              <a:spcAft>
                <a:spcPts val="0"/>
              </a:spcAft>
              <a:buClr>
                <a:schemeClr val="accent5"/>
              </a:buClr>
              <a:buSzPts val="2000"/>
              <a:buFont typeface="Barlow"/>
              <a:buAutoNum type="arabicParenR"/>
            </a:pPr>
            <a:r>
              <a:rPr lang="en" sz="2000">
                <a:solidFill>
                  <a:schemeClr val="accent5"/>
                </a:solidFill>
                <a:latin typeface="Barlow"/>
                <a:ea typeface="Barlow"/>
                <a:cs typeface="Barlow"/>
                <a:sym typeface="Barlow"/>
              </a:rPr>
              <a:t>Compare patient-reported symptoms/comorbidities with </a:t>
            </a:r>
            <a:r>
              <a:rPr lang="en" sz="2000" b="1">
                <a:solidFill>
                  <a:schemeClr val="accent5"/>
                </a:solidFill>
                <a:latin typeface="Barlow"/>
                <a:ea typeface="Barlow"/>
                <a:cs typeface="Barlow"/>
                <a:sym typeface="Barlow"/>
              </a:rPr>
              <a:t>clinical literature</a:t>
            </a:r>
            <a:r>
              <a:rPr lang="en" sz="2000">
                <a:solidFill>
                  <a:schemeClr val="accent5"/>
                </a:solidFill>
                <a:latin typeface="Barlow"/>
                <a:ea typeface="Barlow"/>
                <a:cs typeface="Barlow"/>
                <a:sym typeface="Barlow"/>
              </a:rPr>
              <a:t> (PubMed)</a:t>
            </a:r>
            <a:endParaRPr sz="2000">
              <a:solidFill>
                <a:schemeClr val="accent5"/>
              </a:solidFill>
              <a:latin typeface="Barlow"/>
              <a:ea typeface="Barlow"/>
              <a:cs typeface="Barlow"/>
              <a:sym typeface="Barlow"/>
            </a:endParaRPr>
          </a:p>
          <a:p>
            <a:pPr marL="457200" lvl="0" indent="-355600" algn="l" rtl="0">
              <a:lnSpc>
                <a:spcPct val="115000"/>
              </a:lnSpc>
              <a:spcBef>
                <a:spcPts val="0"/>
              </a:spcBef>
              <a:spcAft>
                <a:spcPts val="0"/>
              </a:spcAft>
              <a:buClr>
                <a:schemeClr val="accent5"/>
              </a:buClr>
              <a:buSzPts val="2000"/>
              <a:buFont typeface="Barlow"/>
              <a:buAutoNum type="arabicParenR"/>
            </a:pPr>
            <a:r>
              <a:rPr lang="en" sz="2000">
                <a:solidFill>
                  <a:schemeClr val="accent5"/>
                </a:solidFill>
                <a:latin typeface="Barlow"/>
                <a:ea typeface="Barlow"/>
                <a:cs typeface="Barlow"/>
                <a:sym typeface="Barlow"/>
              </a:rPr>
              <a:t>Explore how insights from social media and patients lived-experiences have the potential to </a:t>
            </a:r>
            <a:r>
              <a:rPr lang="en" sz="2000" b="1">
                <a:solidFill>
                  <a:schemeClr val="accent5"/>
                </a:solidFill>
                <a:latin typeface="Barlow"/>
                <a:ea typeface="Barlow"/>
                <a:cs typeface="Barlow"/>
                <a:sym typeface="Barlow"/>
              </a:rPr>
              <a:t>improve the detection of rare diseases</a:t>
            </a:r>
            <a:endParaRPr sz="2000">
              <a:solidFill>
                <a:schemeClr val="accent5"/>
              </a:solidFill>
              <a:latin typeface="Barlow"/>
              <a:ea typeface="Barlow"/>
              <a:cs typeface="Barlow"/>
              <a:sym typeface="Barlow"/>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5"/>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Methods</a:t>
            </a:r>
            <a:endParaRPr/>
          </a:p>
        </p:txBody>
      </p:sp>
      <p:sp>
        <p:nvSpPr>
          <p:cNvPr id="288" name="Google Shape;288;p35"/>
          <p:cNvSpPr txBox="1">
            <a:spLocks noGrp="1"/>
          </p:cNvSpPr>
          <p:nvPr>
            <p:ph type="subTitle" idx="1"/>
          </p:nvPr>
        </p:nvSpPr>
        <p:spPr>
          <a:xfrm flipH="1">
            <a:off x="511450" y="941525"/>
            <a:ext cx="8444700" cy="3366600"/>
          </a:xfrm>
          <a:prstGeom prst="rect">
            <a:avLst/>
          </a:prstGeom>
        </p:spPr>
        <p:txBody>
          <a:bodyPr spcFirstLastPara="1" wrap="square" lIns="91425" tIns="91425" rIns="91425" bIns="91425" anchor="t" anchorCtr="0">
            <a:noAutofit/>
          </a:bodyPr>
          <a:lstStyle/>
          <a:p>
            <a:pPr marL="457200" lvl="0" indent="-336550" algn="l" rtl="0">
              <a:lnSpc>
                <a:spcPct val="115000"/>
              </a:lnSpc>
              <a:spcBef>
                <a:spcPts val="0"/>
              </a:spcBef>
              <a:spcAft>
                <a:spcPts val="0"/>
              </a:spcAft>
              <a:buClr>
                <a:srgbClr val="212121"/>
              </a:buClr>
              <a:buSzPts val="1700"/>
              <a:buChar char="●"/>
            </a:pPr>
            <a:r>
              <a:rPr lang="en" sz="1700" b="1">
                <a:solidFill>
                  <a:srgbClr val="212121"/>
                </a:solidFill>
              </a:rPr>
              <a:t>249</a:t>
            </a:r>
            <a:r>
              <a:rPr lang="en" sz="1700">
                <a:solidFill>
                  <a:srgbClr val="212121"/>
                </a:solidFill>
              </a:rPr>
              <a:t> patient’s narratives from 2019-2025 → </a:t>
            </a:r>
            <a:r>
              <a:rPr lang="en" sz="1700" b="1">
                <a:solidFill>
                  <a:srgbClr val="212121"/>
                </a:solidFill>
              </a:rPr>
              <a:t>127 rare diseases</a:t>
            </a:r>
            <a:endParaRPr sz="1700">
              <a:solidFill>
                <a:srgbClr val="212121"/>
              </a:solidFill>
            </a:endParaRPr>
          </a:p>
          <a:p>
            <a:pPr marL="457200" lvl="0" indent="-336550" algn="l" rtl="0">
              <a:lnSpc>
                <a:spcPct val="115000"/>
              </a:lnSpc>
              <a:spcBef>
                <a:spcPts val="0"/>
              </a:spcBef>
              <a:spcAft>
                <a:spcPts val="0"/>
              </a:spcAft>
              <a:buClr>
                <a:srgbClr val="212121"/>
              </a:buClr>
              <a:buSzPts val="1700"/>
              <a:buChar char="●"/>
            </a:pPr>
            <a:r>
              <a:rPr lang="en" sz="1700">
                <a:solidFill>
                  <a:srgbClr val="212121"/>
                </a:solidFill>
              </a:rPr>
              <a:t>Source: Facebook “Rare Disease Warriors” group</a:t>
            </a:r>
            <a:endParaRPr sz="1700">
              <a:solidFill>
                <a:srgbClr val="212121"/>
              </a:solidFill>
            </a:endParaRPr>
          </a:p>
          <a:p>
            <a:pPr marL="457200" lvl="0" indent="-336550" algn="l" rtl="0">
              <a:lnSpc>
                <a:spcPct val="115000"/>
              </a:lnSpc>
              <a:spcBef>
                <a:spcPts val="0"/>
              </a:spcBef>
              <a:spcAft>
                <a:spcPts val="0"/>
              </a:spcAft>
              <a:buClr>
                <a:srgbClr val="212121"/>
              </a:buClr>
              <a:buSzPts val="1700"/>
              <a:buChar char="●"/>
            </a:pPr>
            <a:r>
              <a:rPr lang="en" sz="1700" b="1">
                <a:solidFill>
                  <a:srgbClr val="212121"/>
                </a:solidFill>
              </a:rPr>
              <a:t>Characterization</a:t>
            </a:r>
            <a:r>
              <a:rPr lang="en" sz="1700">
                <a:solidFill>
                  <a:srgbClr val="212121"/>
                </a:solidFill>
              </a:rPr>
              <a:t> of patient data (using GPT-4 with manual verification)</a:t>
            </a:r>
            <a:endParaRPr sz="1700">
              <a:solidFill>
                <a:srgbClr val="212121"/>
              </a:solidFill>
            </a:endParaRPr>
          </a:p>
          <a:p>
            <a:pPr marL="914400" lvl="1" indent="-336550" algn="l" rtl="0">
              <a:lnSpc>
                <a:spcPct val="115000"/>
              </a:lnSpc>
              <a:spcBef>
                <a:spcPts val="0"/>
              </a:spcBef>
              <a:spcAft>
                <a:spcPts val="0"/>
              </a:spcAft>
              <a:buClr>
                <a:srgbClr val="212121"/>
              </a:buClr>
              <a:buSzPts val="1700"/>
              <a:buChar char="○"/>
            </a:pPr>
            <a:r>
              <a:rPr lang="en" sz="1700">
                <a:solidFill>
                  <a:srgbClr val="212121"/>
                </a:solidFill>
              </a:rPr>
              <a:t>Symptoms/comorbidities</a:t>
            </a:r>
            <a:endParaRPr sz="1700">
              <a:solidFill>
                <a:srgbClr val="212121"/>
              </a:solidFill>
            </a:endParaRPr>
          </a:p>
          <a:p>
            <a:pPr marL="914400" lvl="1" indent="-336550" algn="l" rtl="0">
              <a:lnSpc>
                <a:spcPct val="115000"/>
              </a:lnSpc>
              <a:spcBef>
                <a:spcPts val="0"/>
              </a:spcBef>
              <a:spcAft>
                <a:spcPts val="0"/>
              </a:spcAft>
              <a:buClr>
                <a:srgbClr val="212121"/>
              </a:buClr>
              <a:buSzPts val="1700"/>
              <a:buChar char="○"/>
            </a:pPr>
            <a:r>
              <a:rPr lang="en" sz="1700">
                <a:solidFill>
                  <a:srgbClr val="212121"/>
                </a:solidFill>
              </a:rPr>
              <a:t>Country</a:t>
            </a:r>
            <a:endParaRPr sz="1700">
              <a:solidFill>
                <a:srgbClr val="212121"/>
              </a:solidFill>
            </a:endParaRPr>
          </a:p>
          <a:p>
            <a:pPr marL="914400" lvl="1" indent="-336550" algn="l" rtl="0">
              <a:lnSpc>
                <a:spcPct val="115000"/>
              </a:lnSpc>
              <a:spcBef>
                <a:spcPts val="0"/>
              </a:spcBef>
              <a:spcAft>
                <a:spcPts val="0"/>
              </a:spcAft>
              <a:buClr>
                <a:srgbClr val="212121"/>
              </a:buClr>
              <a:buSzPts val="1700"/>
              <a:buChar char="○"/>
            </a:pPr>
            <a:r>
              <a:rPr lang="en" sz="1700">
                <a:solidFill>
                  <a:srgbClr val="212121"/>
                </a:solidFill>
              </a:rPr>
              <a:t>Rare disease diagnosis</a:t>
            </a:r>
            <a:endParaRPr sz="1700">
              <a:solidFill>
                <a:srgbClr val="212121"/>
              </a:solidFill>
            </a:endParaRPr>
          </a:p>
          <a:p>
            <a:pPr marL="914400" lvl="1" indent="-336550" algn="l" rtl="0">
              <a:lnSpc>
                <a:spcPct val="115000"/>
              </a:lnSpc>
              <a:spcBef>
                <a:spcPts val="0"/>
              </a:spcBef>
              <a:spcAft>
                <a:spcPts val="0"/>
              </a:spcAft>
              <a:buClr>
                <a:srgbClr val="212121"/>
              </a:buClr>
              <a:buSzPts val="1700"/>
              <a:buChar char="○"/>
            </a:pPr>
            <a:r>
              <a:rPr lang="en" sz="1700">
                <a:solidFill>
                  <a:srgbClr val="212121"/>
                </a:solidFill>
              </a:rPr>
              <a:t>Age at diagnosis, etc.</a:t>
            </a:r>
            <a:endParaRPr sz="1700">
              <a:solidFill>
                <a:srgbClr val="212121"/>
              </a:solidFill>
            </a:endParaRPr>
          </a:p>
          <a:p>
            <a:pPr marL="457200" lvl="0" indent="-336550" algn="l" rtl="0">
              <a:lnSpc>
                <a:spcPct val="115000"/>
              </a:lnSpc>
              <a:spcBef>
                <a:spcPts val="0"/>
              </a:spcBef>
              <a:spcAft>
                <a:spcPts val="0"/>
              </a:spcAft>
              <a:buClr>
                <a:srgbClr val="212121"/>
              </a:buClr>
              <a:buSzPts val="1700"/>
              <a:buChar char="●"/>
            </a:pPr>
            <a:r>
              <a:rPr lang="en" sz="1700" b="1">
                <a:solidFill>
                  <a:srgbClr val="212121"/>
                </a:solidFill>
              </a:rPr>
              <a:t>Standardization</a:t>
            </a:r>
            <a:r>
              <a:rPr lang="en" sz="1700">
                <a:solidFill>
                  <a:srgbClr val="212121"/>
                </a:solidFill>
              </a:rPr>
              <a:t> of rare diseases using </a:t>
            </a:r>
            <a:r>
              <a:rPr lang="en" sz="1700" b="1">
                <a:solidFill>
                  <a:srgbClr val="212121"/>
                </a:solidFill>
              </a:rPr>
              <a:t>ICD-10 mappings and NORD database;</a:t>
            </a:r>
            <a:r>
              <a:rPr lang="en" sz="1700">
                <a:solidFill>
                  <a:srgbClr val="212121"/>
                </a:solidFill>
              </a:rPr>
              <a:t> symptoms/comorbidities using </a:t>
            </a:r>
            <a:r>
              <a:rPr lang="en" sz="1700" b="1">
                <a:solidFill>
                  <a:srgbClr val="212121"/>
                </a:solidFill>
              </a:rPr>
              <a:t>HPO database</a:t>
            </a:r>
            <a:endParaRPr sz="1700" b="1">
              <a:solidFill>
                <a:srgbClr val="212121"/>
              </a:solidFill>
            </a:endParaRPr>
          </a:p>
          <a:p>
            <a:pPr marL="457200" lvl="0" indent="-336550" algn="l" rtl="0">
              <a:lnSpc>
                <a:spcPct val="115000"/>
              </a:lnSpc>
              <a:spcBef>
                <a:spcPts val="0"/>
              </a:spcBef>
              <a:spcAft>
                <a:spcPts val="0"/>
              </a:spcAft>
              <a:buClr>
                <a:srgbClr val="212121"/>
              </a:buClr>
              <a:buSzPts val="1700"/>
              <a:buChar char="●"/>
            </a:pPr>
            <a:r>
              <a:rPr lang="en" sz="1700" b="1">
                <a:solidFill>
                  <a:srgbClr val="212121"/>
                </a:solidFill>
              </a:rPr>
              <a:t>Literature review</a:t>
            </a:r>
            <a:r>
              <a:rPr lang="en" sz="1700">
                <a:solidFill>
                  <a:srgbClr val="212121"/>
                </a:solidFill>
              </a:rPr>
              <a:t> of clinical characteristics of </a:t>
            </a:r>
            <a:r>
              <a:rPr lang="en" sz="1700" b="1">
                <a:solidFill>
                  <a:srgbClr val="212121"/>
                </a:solidFill>
              </a:rPr>
              <a:t>top 3 most common rare diseases</a:t>
            </a:r>
            <a:endParaRPr sz="1700">
              <a:solidFill>
                <a:srgbClr val="212121"/>
              </a:solidFill>
            </a:endParaRPr>
          </a:p>
          <a:p>
            <a:pPr marL="457200" lvl="0" indent="-336550" algn="l" rtl="0">
              <a:spcBef>
                <a:spcPts val="0"/>
              </a:spcBef>
              <a:spcAft>
                <a:spcPts val="0"/>
              </a:spcAft>
              <a:buClr>
                <a:srgbClr val="212121"/>
              </a:buClr>
              <a:buSzPts val="1700"/>
              <a:buChar char="●"/>
            </a:pPr>
            <a:r>
              <a:rPr lang="en" sz="1700" b="1">
                <a:solidFill>
                  <a:srgbClr val="212121"/>
                </a:solidFill>
              </a:rPr>
              <a:t>Comparison</a:t>
            </a:r>
            <a:r>
              <a:rPr lang="en" sz="1700">
                <a:solidFill>
                  <a:srgbClr val="212121"/>
                </a:solidFill>
              </a:rPr>
              <a:t> of patient-reported symptoms with PubMed clinical symptoms</a:t>
            </a:r>
            <a:endParaRPr sz="1700">
              <a:solidFill>
                <a:srgbClr val="21212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6"/>
          <p:cNvSpPr txBox="1">
            <a:spLocks noGrp="1"/>
          </p:cNvSpPr>
          <p:nvPr>
            <p:ph type="title"/>
          </p:nvPr>
        </p:nvSpPr>
        <p:spPr>
          <a:xfrm>
            <a:off x="1227275" y="113375"/>
            <a:ext cx="6958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Results - Patient Narrative Characterization</a:t>
            </a:r>
            <a:endParaRPr/>
          </a:p>
        </p:txBody>
      </p:sp>
      <p:graphicFrame>
        <p:nvGraphicFramePr>
          <p:cNvPr id="294" name="Google Shape;294;p36"/>
          <p:cNvGraphicFramePr/>
          <p:nvPr/>
        </p:nvGraphicFramePr>
        <p:xfrm>
          <a:off x="6233950" y="1563675"/>
          <a:ext cx="2605150" cy="2123290"/>
        </p:xfrm>
        <a:graphic>
          <a:graphicData uri="http://schemas.openxmlformats.org/drawingml/2006/table">
            <a:tbl>
              <a:tblPr>
                <a:noFill/>
                <a:tableStyleId>{2007834C-E3B3-4D5E-8BD5-5DBA2CA5A68A}</a:tableStyleId>
              </a:tblPr>
              <a:tblGrid>
                <a:gridCol w="821050">
                  <a:extLst>
                    <a:ext uri="{9D8B030D-6E8A-4147-A177-3AD203B41FA5}">
                      <a16:colId xmlns:a16="http://schemas.microsoft.com/office/drawing/2014/main" val="20000"/>
                    </a:ext>
                  </a:extLst>
                </a:gridCol>
                <a:gridCol w="1373375">
                  <a:extLst>
                    <a:ext uri="{9D8B030D-6E8A-4147-A177-3AD203B41FA5}">
                      <a16:colId xmlns:a16="http://schemas.microsoft.com/office/drawing/2014/main" val="20001"/>
                    </a:ext>
                  </a:extLst>
                </a:gridCol>
                <a:gridCol w="410725">
                  <a:extLst>
                    <a:ext uri="{9D8B030D-6E8A-4147-A177-3AD203B41FA5}">
                      <a16:colId xmlns:a16="http://schemas.microsoft.com/office/drawing/2014/main" val="20002"/>
                    </a:ext>
                  </a:extLst>
                </a:gridCol>
              </a:tblGrid>
              <a:tr h="372100">
                <a:tc gridSpan="2">
                  <a:txBody>
                    <a:bodyPr/>
                    <a:lstStyle/>
                    <a:p>
                      <a:pPr marL="0" lvl="0" indent="0" algn="l" rtl="0">
                        <a:lnSpc>
                          <a:spcPct val="115000"/>
                        </a:lnSpc>
                        <a:spcBef>
                          <a:spcPts val="0"/>
                        </a:spcBef>
                        <a:spcAft>
                          <a:spcPts val="0"/>
                        </a:spcAft>
                        <a:buNone/>
                      </a:pPr>
                      <a:r>
                        <a:rPr lang="en" sz="1500" b="1">
                          <a:latin typeface="Times New Roman"/>
                          <a:ea typeface="Times New Roman"/>
                          <a:cs typeface="Times New Roman"/>
                          <a:sym typeface="Times New Roman"/>
                        </a:rPr>
                        <a:t>Number of Patients</a:t>
                      </a:r>
                      <a:endParaRPr sz="1500" b="1">
                        <a:latin typeface="Times New Roman"/>
                        <a:ea typeface="Times New Roman"/>
                        <a:cs typeface="Times New Roman"/>
                        <a:sym typeface="Times New Roman"/>
                      </a:endParaRPr>
                    </a:p>
                  </a:txBody>
                  <a:tcPr marL="28575" marR="28575" marT="91425" marB="91425" anchor="b">
                    <a:lnL w="5950" cap="flat" cmpd="sng">
                      <a:solidFill>
                        <a:schemeClr val="accent5"/>
                      </a:solidFill>
                      <a:prstDash val="solid"/>
                      <a:round/>
                      <a:headEnd type="none" w="sm" len="sm"/>
                      <a:tailEnd type="none" w="sm" len="sm"/>
                    </a:lnL>
                    <a:lnR w="5950" cap="flat" cmpd="sng">
                      <a:solidFill>
                        <a:schemeClr val="accent5"/>
                      </a:solidFill>
                      <a:prstDash val="solid"/>
                      <a:round/>
                      <a:headEnd type="none" w="sm" len="sm"/>
                      <a:tailEnd type="none" w="sm" len="sm"/>
                    </a:lnR>
                    <a:lnT w="5950" cap="flat" cmpd="sng">
                      <a:solidFill>
                        <a:schemeClr val="accent5"/>
                      </a:solidFill>
                      <a:prstDash val="solid"/>
                      <a:round/>
                      <a:headEnd type="none" w="sm" len="sm"/>
                      <a:tailEnd type="none" w="sm" len="sm"/>
                    </a:lnT>
                    <a:lnB w="5950" cap="flat" cmpd="sng">
                      <a:solidFill>
                        <a:schemeClr val="accent5"/>
                      </a:solidFill>
                      <a:prstDash val="solid"/>
                      <a:round/>
                      <a:headEnd type="none" w="sm" len="sm"/>
                      <a:tailEnd type="none" w="sm" len="sm"/>
                    </a:lnB>
                  </a:tcPr>
                </a:tc>
                <a:tc hMerge="1">
                  <a:txBody>
                    <a:bodyPr/>
                    <a:lstStyle/>
                    <a:p>
                      <a:endParaRPr lang="en-US"/>
                    </a:p>
                  </a:txBody>
                  <a:tcPr/>
                </a:tc>
                <a:tc>
                  <a:txBody>
                    <a:bodyPr/>
                    <a:lstStyle/>
                    <a:p>
                      <a:pPr marL="0" lvl="0" indent="0" algn="r" rtl="0">
                        <a:lnSpc>
                          <a:spcPct val="115000"/>
                        </a:lnSpc>
                        <a:spcBef>
                          <a:spcPts val="0"/>
                        </a:spcBef>
                        <a:spcAft>
                          <a:spcPts val="0"/>
                        </a:spcAft>
                        <a:buNone/>
                      </a:pPr>
                      <a:r>
                        <a:rPr lang="en" sz="1500">
                          <a:latin typeface="Times New Roman"/>
                          <a:ea typeface="Times New Roman"/>
                          <a:cs typeface="Times New Roman"/>
                          <a:sym typeface="Times New Roman"/>
                        </a:rPr>
                        <a:t>249</a:t>
                      </a:r>
                      <a:endParaRPr sz="1500">
                        <a:latin typeface="Times New Roman"/>
                        <a:ea typeface="Times New Roman"/>
                        <a:cs typeface="Times New Roman"/>
                        <a:sym typeface="Times New Roman"/>
                      </a:endParaRPr>
                    </a:p>
                  </a:txBody>
                  <a:tcPr marL="28575" marR="28575" marT="91425" marB="91425" anchor="b">
                    <a:lnL w="5950" cap="flat" cmpd="sng">
                      <a:solidFill>
                        <a:schemeClr val="accent5"/>
                      </a:solidFill>
                      <a:prstDash val="solid"/>
                      <a:round/>
                      <a:headEnd type="none" w="sm" len="sm"/>
                      <a:tailEnd type="none" w="sm" len="sm"/>
                    </a:lnL>
                    <a:lnR w="5950" cap="flat" cmpd="sng">
                      <a:solidFill>
                        <a:schemeClr val="accent5"/>
                      </a:solidFill>
                      <a:prstDash val="solid"/>
                      <a:round/>
                      <a:headEnd type="none" w="sm" len="sm"/>
                      <a:tailEnd type="none" w="sm" len="sm"/>
                    </a:lnR>
                    <a:lnT w="5950" cap="flat" cmpd="sng">
                      <a:solidFill>
                        <a:schemeClr val="accent5"/>
                      </a:solidFill>
                      <a:prstDash val="solid"/>
                      <a:round/>
                      <a:headEnd type="none" w="sm" len="sm"/>
                      <a:tailEnd type="none" w="sm" len="sm"/>
                    </a:lnT>
                    <a:lnB w="5950" cap="flat" cmpd="sng">
                      <a:solidFill>
                        <a:schemeClr val="accent5"/>
                      </a:solidFill>
                      <a:prstDash val="solid"/>
                      <a:round/>
                      <a:headEnd type="none" w="sm" len="sm"/>
                      <a:tailEnd type="none" w="sm" len="sm"/>
                    </a:lnB>
                  </a:tcPr>
                </a:tc>
                <a:extLst>
                  <a:ext uri="{0D108BD9-81ED-4DB2-BD59-A6C34878D82A}">
                    <a16:rowId xmlns:a16="http://schemas.microsoft.com/office/drawing/2014/main" val="10000"/>
                  </a:ext>
                </a:extLst>
              </a:tr>
              <a:tr h="211300">
                <a:tc gridSpan="2">
                  <a:txBody>
                    <a:bodyPr/>
                    <a:lstStyle/>
                    <a:p>
                      <a:pPr marL="0" lvl="0" indent="0" algn="l" rtl="0">
                        <a:lnSpc>
                          <a:spcPct val="115000"/>
                        </a:lnSpc>
                        <a:spcBef>
                          <a:spcPts val="0"/>
                        </a:spcBef>
                        <a:spcAft>
                          <a:spcPts val="0"/>
                        </a:spcAft>
                        <a:buNone/>
                      </a:pPr>
                      <a:r>
                        <a:rPr lang="en" sz="1500" b="1">
                          <a:latin typeface="Times New Roman"/>
                          <a:ea typeface="Times New Roman"/>
                          <a:cs typeface="Times New Roman"/>
                          <a:sym typeface="Times New Roman"/>
                        </a:rPr>
                        <a:t>Number of Rare Diseases</a:t>
                      </a:r>
                      <a:endParaRPr sz="1500" b="1">
                        <a:latin typeface="Times New Roman"/>
                        <a:ea typeface="Times New Roman"/>
                        <a:cs typeface="Times New Roman"/>
                        <a:sym typeface="Times New Roman"/>
                      </a:endParaRPr>
                    </a:p>
                  </a:txBody>
                  <a:tcPr marL="28575" marR="28575" marT="91425" marB="91425" anchor="b">
                    <a:lnL w="5950" cap="flat" cmpd="sng">
                      <a:solidFill>
                        <a:schemeClr val="accent5"/>
                      </a:solidFill>
                      <a:prstDash val="solid"/>
                      <a:round/>
                      <a:headEnd type="none" w="sm" len="sm"/>
                      <a:tailEnd type="none" w="sm" len="sm"/>
                    </a:lnL>
                    <a:lnR w="5950" cap="flat" cmpd="sng">
                      <a:solidFill>
                        <a:schemeClr val="accent5"/>
                      </a:solidFill>
                      <a:prstDash val="solid"/>
                      <a:round/>
                      <a:headEnd type="none" w="sm" len="sm"/>
                      <a:tailEnd type="none" w="sm" len="sm"/>
                    </a:lnR>
                    <a:lnT w="5950" cap="flat" cmpd="sng">
                      <a:solidFill>
                        <a:schemeClr val="accent5"/>
                      </a:solidFill>
                      <a:prstDash val="solid"/>
                      <a:round/>
                      <a:headEnd type="none" w="sm" len="sm"/>
                      <a:tailEnd type="none" w="sm" len="sm"/>
                    </a:lnT>
                    <a:lnB w="5950" cap="flat" cmpd="sng">
                      <a:solidFill>
                        <a:schemeClr val="accent5"/>
                      </a:solidFill>
                      <a:prstDash val="solid"/>
                      <a:round/>
                      <a:headEnd type="none" w="sm" len="sm"/>
                      <a:tailEnd type="none" w="sm" len="sm"/>
                    </a:lnB>
                  </a:tcPr>
                </a:tc>
                <a:tc hMerge="1">
                  <a:txBody>
                    <a:bodyPr/>
                    <a:lstStyle/>
                    <a:p>
                      <a:endParaRPr lang="en-US"/>
                    </a:p>
                  </a:txBody>
                  <a:tcPr/>
                </a:tc>
                <a:tc>
                  <a:txBody>
                    <a:bodyPr/>
                    <a:lstStyle/>
                    <a:p>
                      <a:pPr marL="0" lvl="0" indent="0" algn="r" rtl="0">
                        <a:lnSpc>
                          <a:spcPct val="115000"/>
                        </a:lnSpc>
                        <a:spcBef>
                          <a:spcPts val="0"/>
                        </a:spcBef>
                        <a:spcAft>
                          <a:spcPts val="0"/>
                        </a:spcAft>
                        <a:buNone/>
                      </a:pPr>
                      <a:r>
                        <a:rPr lang="en" sz="1500">
                          <a:latin typeface="Times New Roman"/>
                          <a:ea typeface="Times New Roman"/>
                          <a:cs typeface="Times New Roman"/>
                          <a:sym typeface="Times New Roman"/>
                        </a:rPr>
                        <a:t>127</a:t>
                      </a:r>
                      <a:endParaRPr sz="1500">
                        <a:latin typeface="Times New Roman"/>
                        <a:ea typeface="Times New Roman"/>
                        <a:cs typeface="Times New Roman"/>
                        <a:sym typeface="Times New Roman"/>
                      </a:endParaRPr>
                    </a:p>
                  </a:txBody>
                  <a:tcPr marL="28575" marR="28575" marT="91425" marB="91425" anchor="b">
                    <a:lnL w="5950" cap="flat" cmpd="sng">
                      <a:solidFill>
                        <a:schemeClr val="accent5"/>
                      </a:solidFill>
                      <a:prstDash val="solid"/>
                      <a:round/>
                      <a:headEnd type="none" w="sm" len="sm"/>
                      <a:tailEnd type="none" w="sm" len="sm"/>
                    </a:lnL>
                    <a:lnR w="5950" cap="flat" cmpd="sng">
                      <a:solidFill>
                        <a:schemeClr val="accent5"/>
                      </a:solidFill>
                      <a:prstDash val="solid"/>
                      <a:round/>
                      <a:headEnd type="none" w="sm" len="sm"/>
                      <a:tailEnd type="none" w="sm" len="sm"/>
                    </a:lnR>
                    <a:lnT w="5950" cap="flat" cmpd="sng">
                      <a:solidFill>
                        <a:schemeClr val="accent5"/>
                      </a:solidFill>
                      <a:prstDash val="solid"/>
                      <a:round/>
                      <a:headEnd type="none" w="sm" len="sm"/>
                      <a:tailEnd type="none" w="sm" len="sm"/>
                    </a:lnT>
                    <a:lnB w="5950" cap="flat" cmpd="sng">
                      <a:solidFill>
                        <a:schemeClr val="accent5"/>
                      </a:solidFill>
                      <a:prstDash val="solid"/>
                      <a:round/>
                      <a:headEnd type="none" w="sm" len="sm"/>
                      <a:tailEnd type="none" w="sm" len="sm"/>
                    </a:lnB>
                  </a:tcPr>
                </a:tc>
                <a:extLst>
                  <a:ext uri="{0D108BD9-81ED-4DB2-BD59-A6C34878D82A}">
                    <a16:rowId xmlns:a16="http://schemas.microsoft.com/office/drawing/2014/main" val="10001"/>
                  </a:ext>
                </a:extLst>
              </a:tr>
              <a:tr h="211300">
                <a:tc rowSpan="2">
                  <a:txBody>
                    <a:bodyPr/>
                    <a:lstStyle/>
                    <a:p>
                      <a:pPr marL="0" lvl="0" indent="0" algn="l" rtl="0">
                        <a:lnSpc>
                          <a:spcPct val="115000"/>
                        </a:lnSpc>
                        <a:spcBef>
                          <a:spcPts val="0"/>
                        </a:spcBef>
                        <a:spcAft>
                          <a:spcPts val="0"/>
                        </a:spcAft>
                        <a:buNone/>
                      </a:pPr>
                      <a:r>
                        <a:rPr lang="en" sz="1500" b="1">
                          <a:latin typeface="Times New Roman"/>
                          <a:ea typeface="Times New Roman"/>
                          <a:cs typeface="Times New Roman"/>
                          <a:sym typeface="Times New Roman"/>
                        </a:rPr>
                        <a:t>Gender</a:t>
                      </a:r>
                      <a:endParaRPr sz="1500" b="1">
                        <a:latin typeface="Times New Roman"/>
                        <a:ea typeface="Times New Roman"/>
                        <a:cs typeface="Times New Roman"/>
                        <a:sym typeface="Times New Roman"/>
                      </a:endParaRPr>
                    </a:p>
                  </a:txBody>
                  <a:tcPr marL="28575" marR="28575" marT="91425" marB="91425" anchor="b">
                    <a:lnL w="5950" cap="flat" cmpd="sng">
                      <a:solidFill>
                        <a:schemeClr val="accent5"/>
                      </a:solidFill>
                      <a:prstDash val="solid"/>
                      <a:round/>
                      <a:headEnd type="none" w="sm" len="sm"/>
                      <a:tailEnd type="none" w="sm" len="sm"/>
                    </a:lnL>
                    <a:lnR w="5950" cap="flat" cmpd="sng">
                      <a:solidFill>
                        <a:schemeClr val="accent5"/>
                      </a:solidFill>
                      <a:prstDash val="solid"/>
                      <a:round/>
                      <a:headEnd type="none" w="sm" len="sm"/>
                      <a:tailEnd type="none" w="sm" len="sm"/>
                    </a:lnR>
                    <a:lnT w="5950" cap="flat" cmpd="sng">
                      <a:solidFill>
                        <a:schemeClr val="accent5"/>
                      </a:solidFill>
                      <a:prstDash val="solid"/>
                      <a:round/>
                      <a:headEnd type="none" w="sm" len="sm"/>
                      <a:tailEnd type="none" w="sm" len="sm"/>
                    </a:lnT>
                    <a:lnB w="5950" cap="flat" cmpd="sng">
                      <a:solidFill>
                        <a:schemeClr val="accent5"/>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500" b="1">
                          <a:latin typeface="Times New Roman"/>
                          <a:ea typeface="Times New Roman"/>
                          <a:cs typeface="Times New Roman"/>
                          <a:sym typeface="Times New Roman"/>
                        </a:rPr>
                        <a:t>Female</a:t>
                      </a:r>
                      <a:endParaRPr sz="1500" b="1">
                        <a:latin typeface="Times New Roman"/>
                        <a:ea typeface="Times New Roman"/>
                        <a:cs typeface="Times New Roman"/>
                        <a:sym typeface="Times New Roman"/>
                      </a:endParaRPr>
                    </a:p>
                  </a:txBody>
                  <a:tcPr marL="28575" marR="28575" marT="91425" marB="91425" anchor="b">
                    <a:lnL w="5950" cap="flat" cmpd="sng">
                      <a:solidFill>
                        <a:schemeClr val="accent5"/>
                      </a:solidFill>
                      <a:prstDash val="solid"/>
                      <a:round/>
                      <a:headEnd type="none" w="sm" len="sm"/>
                      <a:tailEnd type="none" w="sm" len="sm"/>
                    </a:lnL>
                    <a:lnR w="5950" cap="flat" cmpd="sng">
                      <a:solidFill>
                        <a:schemeClr val="accent5"/>
                      </a:solidFill>
                      <a:prstDash val="solid"/>
                      <a:round/>
                      <a:headEnd type="none" w="sm" len="sm"/>
                      <a:tailEnd type="none" w="sm" len="sm"/>
                    </a:lnR>
                    <a:lnT w="5950" cap="flat" cmpd="sng">
                      <a:solidFill>
                        <a:schemeClr val="accent5"/>
                      </a:solidFill>
                      <a:prstDash val="solid"/>
                      <a:round/>
                      <a:headEnd type="none" w="sm" len="sm"/>
                      <a:tailEnd type="none" w="sm" len="sm"/>
                    </a:lnT>
                    <a:lnB w="5950" cap="flat" cmpd="sng">
                      <a:solidFill>
                        <a:schemeClr val="accent5"/>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500">
                          <a:latin typeface="Times New Roman"/>
                          <a:ea typeface="Times New Roman"/>
                          <a:cs typeface="Times New Roman"/>
                          <a:sym typeface="Times New Roman"/>
                        </a:rPr>
                        <a:t>161</a:t>
                      </a:r>
                      <a:endParaRPr sz="1500">
                        <a:latin typeface="Times New Roman"/>
                        <a:ea typeface="Times New Roman"/>
                        <a:cs typeface="Times New Roman"/>
                        <a:sym typeface="Times New Roman"/>
                      </a:endParaRPr>
                    </a:p>
                  </a:txBody>
                  <a:tcPr marL="28575" marR="28575" marT="91425" marB="91425" anchor="b">
                    <a:lnL w="5950" cap="flat" cmpd="sng">
                      <a:solidFill>
                        <a:schemeClr val="accent5"/>
                      </a:solidFill>
                      <a:prstDash val="solid"/>
                      <a:round/>
                      <a:headEnd type="none" w="sm" len="sm"/>
                      <a:tailEnd type="none" w="sm" len="sm"/>
                    </a:lnL>
                    <a:lnR w="5950" cap="flat" cmpd="sng">
                      <a:solidFill>
                        <a:schemeClr val="accent5"/>
                      </a:solidFill>
                      <a:prstDash val="solid"/>
                      <a:round/>
                      <a:headEnd type="none" w="sm" len="sm"/>
                      <a:tailEnd type="none" w="sm" len="sm"/>
                    </a:lnR>
                    <a:lnT w="5950" cap="flat" cmpd="sng">
                      <a:solidFill>
                        <a:schemeClr val="accent5"/>
                      </a:solidFill>
                      <a:prstDash val="solid"/>
                      <a:round/>
                      <a:headEnd type="none" w="sm" len="sm"/>
                      <a:tailEnd type="none" w="sm" len="sm"/>
                    </a:lnT>
                    <a:lnB w="5950" cap="flat" cmpd="sng">
                      <a:solidFill>
                        <a:schemeClr val="accent5"/>
                      </a:solidFill>
                      <a:prstDash val="solid"/>
                      <a:round/>
                      <a:headEnd type="none" w="sm" len="sm"/>
                      <a:tailEnd type="none" w="sm" len="sm"/>
                    </a:lnB>
                  </a:tcPr>
                </a:tc>
                <a:extLst>
                  <a:ext uri="{0D108BD9-81ED-4DB2-BD59-A6C34878D82A}">
                    <a16:rowId xmlns:a16="http://schemas.microsoft.com/office/drawing/2014/main" val="10002"/>
                  </a:ext>
                </a:extLst>
              </a:tr>
              <a:tr h="211300">
                <a:tc vMerge="1">
                  <a:txBody>
                    <a:bodyPr/>
                    <a:lstStyle/>
                    <a:p>
                      <a:endParaRPr lang="en-US"/>
                    </a:p>
                  </a:txBody>
                  <a:tcPr/>
                </a:tc>
                <a:tc>
                  <a:txBody>
                    <a:bodyPr/>
                    <a:lstStyle/>
                    <a:p>
                      <a:pPr marL="0" lvl="0" indent="0" algn="l" rtl="0">
                        <a:lnSpc>
                          <a:spcPct val="115000"/>
                        </a:lnSpc>
                        <a:spcBef>
                          <a:spcPts val="0"/>
                        </a:spcBef>
                        <a:spcAft>
                          <a:spcPts val="0"/>
                        </a:spcAft>
                        <a:buNone/>
                      </a:pPr>
                      <a:r>
                        <a:rPr lang="en" sz="1500" b="1">
                          <a:latin typeface="Times New Roman"/>
                          <a:ea typeface="Times New Roman"/>
                          <a:cs typeface="Times New Roman"/>
                          <a:sym typeface="Times New Roman"/>
                        </a:rPr>
                        <a:t>Male</a:t>
                      </a:r>
                      <a:endParaRPr sz="1500" b="1">
                        <a:latin typeface="Times New Roman"/>
                        <a:ea typeface="Times New Roman"/>
                        <a:cs typeface="Times New Roman"/>
                        <a:sym typeface="Times New Roman"/>
                      </a:endParaRPr>
                    </a:p>
                  </a:txBody>
                  <a:tcPr marL="28575" marR="28575" marT="91425" marB="91425" anchor="b">
                    <a:lnL w="5950" cap="flat" cmpd="sng">
                      <a:solidFill>
                        <a:schemeClr val="accent5"/>
                      </a:solidFill>
                      <a:prstDash val="solid"/>
                      <a:round/>
                      <a:headEnd type="none" w="sm" len="sm"/>
                      <a:tailEnd type="none" w="sm" len="sm"/>
                    </a:lnL>
                    <a:lnR w="5950" cap="flat" cmpd="sng">
                      <a:solidFill>
                        <a:schemeClr val="accent5"/>
                      </a:solidFill>
                      <a:prstDash val="solid"/>
                      <a:round/>
                      <a:headEnd type="none" w="sm" len="sm"/>
                      <a:tailEnd type="none" w="sm" len="sm"/>
                    </a:lnR>
                    <a:lnT w="5950" cap="flat" cmpd="sng">
                      <a:solidFill>
                        <a:schemeClr val="accent5"/>
                      </a:solidFill>
                      <a:prstDash val="solid"/>
                      <a:round/>
                      <a:headEnd type="none" w="sm" len="sm"/>
                      <a:tailEnd type="none" w="sm" len="sm"/>
                    </a:lnT>
                    <a:lnB w="5950" cap="flat" cmpd="sng">
                      <a:solidFill>
                        <a:schemeClr val="accent5"/>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500">
                          <a:latin typeface="Times New Roman"/>
                          <a:ea typeface="Times New Roman"/>
                          <a:cs typeface="Times New Roman"/>
                          <a:sym typeface="Times New Roman"/>
                        </a:rPr>
                        <a:t>105</a:t>
                      </a:r>
                      <a:endParaRPr sz="1500">
                        <a:latin typeface="Times New Roman"/>
                        <a:ea typeface="Times New Roman"/>
                        <a:cs typeface="Times New Roman"/>
                        <a:sym typeface="Times New Roman"/>
                      </a:endParaRPr>
                    </a:p>
                  </a:txBody>
                  <a:tcPr marL="28575" marR="28575" marT="91425" marB="91425" anchor="b">
                    <a:lnL w="5950" cap="flat" cmpd="sng">
                      <a:solidFill>
                        <a:schemeClr val="accent5"/>
                      </a:solidFill>
                      <a:prstDash val="solid"/>
                      <a:round/>
                      <a:headEnd type="none" w="sm" len="sm"/>
                      <a:tailEnd type="none" w="sm" len="sm"/>
                    </a:lnL>
                    <a:lnR w="5950" cap="flat" cmpd="sng">
                      <a:solidFill>
                        <a:schemeClr val="accent5"/>
                      </a:solidFill>
                      <a:prstDash val="solid"/>
                      <a:round/>
                      <a:headEnd type="none" w="sm" len="sm"/>
                      <a:tailEnd type="none" w="sm" len="sm"/>
                    </a:lnR>
                    <a:lnT w="5950" cap="flat" cmpd="sng">
                      <a:solidFill>
                        <a:schemeClr val="accent5"/>
                      </a:solidFill>
                      <a:prstDash val="solid"/>
                      <a:round/>
                      <a:headEnd type="none" w="sm" len="sm"/>
                      <a:tailEnd type="none" w="sm" len="sm"/>
                    </a:lnT>
                    <a:lnB w="5950" cap="flat" cmpd="sng">
                      <a:solidFill>
                        <a:schemeClr val="accent5"/>
                      </a:solidFill>
                      <a:prstDash val="solid"/>
                      <a:round/>
                      <a:headEnd type="none" w="sm" len="sm"/>
                      <a:tailEnd type="none" w="sm" len="sm"/>
                    </a:lnB>
                  </a:tcPr>
                </a:tc>
                <a:extLst>
                  <a:ext uri="{0D108BD9-81ED-4DB2-BD59-A6C34878D82A}">
                    <a16:rowId xmlns:a16="http://schemas.microsoft.com/office/drawing/2014/main" val="10003"/>
                  </a:ext>
                </a:extLst>
              </a:tr>
              <a:tr h="211300">
                <a:tc gridSpan="2">
                  <a:txBody>
                    <a:bodyPr/>
                    <a:lstStyle/>
                    <a:p>
                      <a:pPr marL="0" lvl="0" indent="0" algn="l" rtl="0">
                        <a:lnSpc>
                          <a:spcPct val="115000"/>
                        </a:lnSpc>
                        <a:spcBef>
                          <a:spcPts val="0"/>
                        </a:spcBef>
                        <a:spcAft>
                          <a:spcPts val="0"/>
                        </a:spcAft>
                        <a:buNone/>
                      </a:pPr>
                      <a:r>
                        <a:rPr lang="en" sz="1500" b="1">
                          <a:latin typeface="Times New Roman"/>
                          <a:ea typeface="Times New Roman"/>
                          <a:cs typeface="Times New Roman"/>
                          <a:sym typeface="Times New Roman"/>
                        </a:rPr>
                        <a:t>Undiagnosed</a:t>
                      </a:r>
                      <a:endParaRPr sz="1500" b="1">
                        <a:latin typeface="Times New Roman"/>
                        <a:ea typeface="Times New Roman"/>
                        <a:cs typeface="Times New Roman"/>
                        <a:sym typeface="Times New Roman"/>
                      </a:endParaRPr>
                    </a:p>
                  </a:txBody>
                  <a:tcPr marL="28575" marR="28575" marT="91425" marB="91425" anchor="b">
                    <a:lnL w="5950" cap="flat" cmpd="sng">
                      <a:solidFill>
                        <a:schemeClr val="accent5"/>
                      </a:solidFill>
                      <a:prstDash val="solid"/>
                      <a:round/>
                      <a:headEnd type="none" w="sm" len="sm"/>
                      <a:tailEnd type="none" w="sm" len="sm"/>
                    </a:lnL>
                    <a:lnR w="5950" cap="flat" cmpd="sng">
                      <a:solidFill>
                        <a:schemeClr val="accent5"/>
                      </a:solidFill>
                      <a:prstDash val="solid"/>
                      <a:round/>
                      <a:headEnd type="none" w="sm" len="sm"/>
                      <a:tailEnd type="none" w="sm" len="sm"/>
                    </a:lnR>
                    <a:lnT w="5950" cap="flat" cmpd="sng">
                      <a:solidFill>
                        <a:schemeClr val="accent5"/>
                      </a:solidFill>
                      <a:prstDash val="solid"/>
                      <a:round/>
                      <a:headEnd type="none" w="sm" len="sm"/>
                      <a:tailEnd type="none" w="sm" len="sm"/>
                    </a:lnT>
                    <a:lnB w="5950" cap="flat" cmpd="sng">
                      <a:solidFill>
                        <a:schemeClr val="accent5"/>
                      </a:solidFill>
                      <a:prstDash val="solid"/>
                      <a:round/>
                      <a:headEnd type="none" w="sm" len="sm"/>
                      <a:tailEnd type="none" w="sm" len="sm"/>
                    </a:lnB>
                  </a:tcPr>
                </a:tc>
                <a:tc hMerge="1">
                  <a:txBody>
                    <a:bodyPr/>
                    <a:lstStyle/>
                    <a:p>
                      <a:endParaRPr lang="en-US"/>
                    </a:p>
                  </a:txBody>
                  <a:tcPr/>
                </a:tc>
                <a:tc>
                  <a:txBody>
                    <a:bodyPr/>
                    <a:lstStyle/>
                    <a:p>
                      <a:pPr marL="0" lvl="0" indent="0" algn="r" rtl="0">
                        <a:lnSpc>
                          <a:spcPct val="115000"/>
                        </a:lnSpc>
                        <a:spcBef>
                          <a:spcPts val="0"/>
                        </a:spcBef>
                        <a:spcAft>
                          <a:spcPts val="0"/>
                        </a:spcAft>
                        <a:buNone/>
                      </a:pPr>
                      <a:r>
                        <a:rPr lang="en" sz="1500">
                          <a:latin typeface="Times New Roman"/>
                          <a:ea typeface="Times New Roman"/>
                          <a:cs typeface="Times New Roman"/>
                          <a:sym typeface="Times New Roman"/>
                        </a:rPr>
                        <a:t>12</a:t>
                      </a:r>
                      <a:endParaRPr sz="1500">
                        <a:latin typeface="Times New Roman"/>
                        <a:ea typeface="Times New Roman"/>
                        <a:cs typeface="Times New Roman"/>
                        <a:sym typeface="Times New Roman"/>
                      </a:endParaRPr>
                    </a:p>
                  </a:txBody>
                  <a:tcPr marL="28575" marR="28575" marT="91425" marB="91425" anchor="b">
                    <a:lnL w="5950" cap="flat" cmpd="sng">
                      <a:solidFill>
                        <a:schemeClr val="accent5"/>
                      </a:solidFill>
                      <a:prstDash val="solid"/>
                      <a:round/>
                      <a:headEnd type="none" w="sm" len="sm"/>
                      <a:tailEnd type="none" w="sm" len="sm"/>
                    </a:lnL>
                    <a:lnR w="5950" cap="flat" cmpd="sng">
                      <a:solidFill>
                        <a:schemeClr val="accent5"/>
                      </a:solidFill>
                      <a:prstDash val="solid"/>
                      <a:round/>
                      <a:headEnd type="none" w="sm" len="sm"/>
                      <a:tailEnd type="none" w="sm" len="sm"/>
                    </a:lnR>
                    <a:lnT w="5950" cap="flat" cmpd="sng">
                      <a:solidFill>
                        <a:schemeClr val="accent5"/>
                      </a:solidFill>
                      <a:prstDash val="solid"/>
                      <a:round/>
                      <a:headEnd type="none" w="sm" len="sm"/>
                      <a:tailEnd type="none" w="sm" len="sm"/>
                    </a:lnT>
                    <a:lnB w="5950" cap="flat" cmpd="sng">
                      <a:solidFill>
                        <a:schemeClr val="accent5"/>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95" name="Google Shape;295;p36"/>
          <p:cNvSpPr txBox="1"/>
          <p:nvPr/>
        </p:nvSpPr>
        <p:spPr>
          <a:xfrm>
            <a:off x="328150" y="1207550"/>
            <a:ext cx="5982000" cy="28719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chemeClr val="accent5"/>
              </a:buClr>
              <a:buSzPts val="2000"/>
              <a:buFont typeface="Barlow"/>
              <a:buChar char="●"/>
            </a:pPr>
            <a:r>
              <a:rPr lang="en" sz="2000" b="1">
                <a:solidFill>
                  <a:schemeClr val="accent5"/>
                </a:solidFill>
                <a:latin typeface="Barlow"/>
                <a:ea typeface="Barlow"/>
                <a:cs typeface="Barlow"/>
                <a:sym typeface="Barlow"/>
              </a:rPr>
              <a:t>48.6% </a:t>
            </a:r>
            <a:r>
              <a:rPr lang="en" sz="2000">
                <a:solidFill>
                  <a:schemeClr val="accent5"/>
                </a:solidFill>
                <a:latin typeface="Barlow"/>
                <a:ea typeface="Barlow"/>
                <a:cs typeface="Barlow"/>
                <a:sym typeface="Barlow"/>
              </a:rPr>
              <a:t>of patient posts were from the US</a:t>
            </a:r>
            <a:endParaRPr sz="2000">
              <a:solidFill>
                <a:schemeClr val="accent5"/>
              </a:solidFill>
              <a:latin typeface="Barlow"/>
              <a:ea typeface="Barlow"/>
              <a:cs typeface="Barlow"/>
              <a:sym typeface="Barlow"/>
            </a:endParaRPr>
          </a:p>
          <a:p>
            <a:pPr marL="457200" lvl="0" indent="-355600" algn="l" rtl="0">
              <a:spcBef>
                <a:spcPts val="0"/>
              </a:spcBef>
              <a:spcAft>
                <a:spcPts val="0"/>
              </a:spcAft>
              <a:buClr>
                <a:schemeClr val="accent5"/>
              </a:buClr>
              <a:buSzPts val="2000"/>
              <a:buFont typeface="Barlow"/>
              <a:buChar char="●"/>
            </a:pPr>
            <a:r>
              <a:rPr lang="en" sz="2000" b="1">
                <a:solidFill>
                  <a:schemeClr val="accent5"/>
                </a:solidFill>
                <a:latin typeface="Barlow"/>
                <a:ea typeface="Barlow"/>
                <a:cs typeface="Barlow"/>
                <a:sym typeface="Barlow"/>
              </a:rPr>
              <a:t>Most common age groups for diagnosis:</a:t>
            </a:r>
            <a:r>
              <a:rPr lang="en" sz="2000">
                <a:solidFill>
                  <a:schemeClr val="accent5"/>
                </a:solidFill>
                <a:latin typeface="Barlow"/>
                <a:ea typeface="Barlow"/>
                <a:cs typeface="Barlow"/>
                <a:sym typeface="Barlow"/>
              </a:rPr>
              <a:t> young adults, adults, infants</a:t>
            </a:r>
            <a:endParaRPr sz="2000">
              <a:solidFill>
                <a:schemeClr val="accent5"/>
              </a:solidFill>
              <a:latin typeface="Barlow"/>
              <a:ea typeface="Barlow"/>
              <a:cs typeface="Barlow"/>
              <a:sym typeface="Barlow"/>
            </a:endParaRPr>
          </a:p>
          <a:p>
            <a:pPr marL="457200" lvl="0" indent="-355600" algn="l" rtl="0">
              <a:spcBef>
                <a:spcPts val="0"/>
              </a:spcBef>
              <a:spcAft>
                <a:spcPts val="0"/>
              </a:spcAft>
              <a:buClr>
                <a:schemeClr val="accent5"/>
              </a:buClr>
              <a:buSzPts val="2000"/>
              <a:buFont typeface="Barlow"/>
              <a:buChar char="●"/>
            </a:pPr>
            <a:r>
              <a:rPr lang="en" sz="2000" b="1">
                <a:solidFill>
                  <a:schemeClr val="accent5"/>
                </a:solidFill>
                <a:latin typeface="Barlow"/>
                <a:ea typeface="Barlow"/>
                <a:cs typeface="Barlow"/>
                <a:sym typeface="Barlow"/>
              </a:rPr>
              <a:t>Most frequent symptoms: </a:t>
            </a:r>
            <a:r>
              <a:rPr lang="en" sz="2000">
                <a:solidFill>
                  <a:schemeClr val="accent5"/>
                </a:solidFill>
                <a:latin typeface="Barlow"/>
                <a:ea typeface="Barlow"/>
                <a:cs typeface="Barlow"/>
                <a:sym typeface="Barlow"/>
              </a:rPr>
              <a:t>Motor impairment, ataxia, pain, fatigue</a:t>
            </a:r>
            <a:endParaRPr sz="2000">
              <a:solidFill>
                <a:schemeClr val="accent5"/>
              </a:solidFill>
              <a:latin typeface="Barlow"/>
              <a:ea typeface="Barlow"/>
              <a:cs typeface="Barlow"/>
              <a:sym typeface="Barlow"/>
            </a:endParaRPr>
          </a:p>
          <a:p>
            <a:pPr marL="457200" lvl="0" indent="-355600" algn="l" rtl="0">
              <a:spcBef>
                <a:spcPts val="0"/>
              </a:spcBef>
              <a:spcAft>
                <a:spcPts val="0"/>
              </a:spcAft>
              <a:buClr>
                <a:schemeClr val="accent5"/>
              </a:buClr>
              <a:buSzPts val="2000"/>
              <a:buFont typeface="Barlow"/>
              <a:buChar char="●"/>
            </a:pPr>
            <a:r>
              <a:rPr lang="en" sz="2000" b="1">
                <a:solidFill>
                  <a:schemeClr val="accent5"/>
                </a:solidFill>
                <a:latin typeface="Barlow"/>
                <a:ea typeface="Barlow"/>
                <a:cs typeface="Barlow"/>
                <a:sym typeface="Barlow"/>
              </a:rPr>
              <a:t>Most common disorders:</a:t>
            </a:r>
            <a:r>
              <a:rPr lang="en" sz="2000">
                <a:solidFill>
                  <a:schemeClr val="accent5"/>
                </a:solidFill>
                <a:latin typeface="Barlow"/>
                <a:ea typeface="Barlow"/>
                <a:cs typeface="Barlow"/>
                <a:sym typeface="Barlow"/>
              </a:rPr>
              <a:t> Spinocerebellar ataxia, Ehlers-Danlos Syndrome, Amyotrophic Lateral Sclerosis → neurological</a:t>
            </a:r>
            <a:endParaRPr sz="2000">
              <a:solidFill>
                <a:schemeClr val="accent5"/>
              </a:solidFill>
              <a:latin typeface="Barlow"/>
              <a:ea typeface="Barlow"/>
              <a:cs typeface="Barlow"/>
              <a:sym typeface="Barlow"/>
            </a:endParaRPr>
          </a:p>
          <a:p>
            <a:pPr marL="457200" lvl="0" indent="-355600" algn="l" rtl="0">
              <a:spcBef>
                <a:spcPts val="0"/>
              </a:spcBef>
              <a:spcAft>
                <a:spcPts val="0"/>
              </a:spcAft>
              <a:buClr>
                <a:schemeClr val="accent5"/>
              </a:buClr>
              <a:buSzPts val="2000"/>
              <a:buFont typeface="Barlow"/>
              <a:buChar char="●"/>
            </a:pPr>
            <a:r>
              <a:rPr lang="en" sz="2000" b="1">
                <a:solidFill>
                  <a:schemeClr val="accent5"/>
                </a:solidFill>
                <a:latin typeface="Barlow"/>
                <a:ea typeface="Barlow"/>
                <a:cs typeface="Barlow"/>
                <a:sym typeface="Barlow"/>
              </a:rPr>
              <a:t>Most commonly mentioned narrative themes: </a:t>
            </a:r>
            <a:r>
              <a:rPr lang="en" sz="2000">
                <a:solidFill>
                  <a:schemeClr val="accent5"/>
                </a:solidFill>
                <a:latin typeface="Barlow"/>
                <a:ea typeface="Barlow"/>
                <a:cs typeface="Barlow"/>
                <a:sym typeface="Barlow"/>
              </a:rPr>
              <a:t>psychosocial impact and coping and resilience</a:t>
            </a:r>
            <a:endParaRPr sz="2000">
              <a:solidFill>
                <a:schemeClr val="accent5"/>
              </a:solidFill>
              <a:latin typeface="Barlow"/>
              <a:ea typeface="Barlow"/>
              <a:cs typeface="Barlow"/>
              <a:sym typeface="Barlow"/>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7"/>
          <p:cNvSpPr txBox="1">
            <a:spLocks noGrp="1"/>
          </p:cNvSpPr>
          <p:nvPr>
            <p:ph type="title"/>
          </p:nvPr>
        </p:nvSpPr>
        <p:spPr>
          <a:xfrm>
            <a:off x="2522675" y="524350"/>
            <a:ext cx="4755300" cy="570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Results - Comparison of Symptoms</a:t>
            </a:r>
            <a:endParaRPr/>
          </a:p>
        </p:txBody>
      </p:sp>
      <p:graphicFrame>
        <p:nvGraphicFramePr>
          <p:cNvPr id="301" name="Google Shape;301;p37"/>
          <p:cNvGraphicFramePr/>
          <p:nvPr/>
        </p:nvGraphicFramePr>
        <p:xfrm>
          <a:off x="5103950" y="1216700"/>
          <a:ext cx="2850625" cy="3484036"/>
        </p:xfrm>
        <a:graphic>
          <a:graphicData uri="http://schemas.openxmlformats.org/drawingml/2006/table">
            <a:tbl>
              <a:tblPr>
                <a:noFill/>
                <a:tableStyleId>{2662CC0D-4E0C-4E0A-8F91-065137A65D55}</a:tableStyleId>
              </a:tblPr>
              <a:tblGrid>
                <a:gridCol w="1309325">
                  <a:extLst>
                    <a:ext uri="{9D8B030D-6E8A-4147-A177-3AD203B41FA5}">
                      <a16:colId xmlns:a16="http://schemas.microsoft.com/office/drawing/2014/main" val="20000"/>
                    </a:ext>
                  </a:extLst>
                </a:gridCol>
                <a:gridCol w="1541300">
                  <a:extLst>
                    <a:ext uri="{9D8B030D-6E8A-4147-A177-3AD203B41FA5}">
                      <a16:colId xmlns:a16="http://schemas.microsoft.com/office/drawing/2014/main" val="20001"/>
                    </a:ext>
                  </a:extLst>
                </a:gridCol>
              </a:tblGrid>
              <a:tr h="351350">
                <a:tc>
                  <a:txBody>
                    <a:bodyPr/>
                    <a:lstStyle/>
                    <a:p>
                      <a:pPr marL="0" lvl="0" indent="0" algn="ctr" rtl="0">
                        <a:lnSpc>
                          <a:spcPct val="115000"/>
                        </a:lnSpc>
                        <a:spcBef>
                          <a:spcPts val="0"/>
                        </a:spcBef>
                        <a:spcAft>
                          <a:spcPts val="0"/>
                        </a:spcAft>
                        <a:buNone/>
                      </a:pPr>
                      <a:r>
                        <a:rPr lang="en" sz="1500" b="1">
                          <a:latin typeface="Times New Roman"/>
                          <a:ea typeface="Times New Roman"/>
                          <a:cs typeface="Times New Roman"/>
                          <a:sym typeface="Times New Roman"/>
                        </a:rPr>
                        <a:t>Rare Disease</a:t>
                      </a:r>
                      <a:endParaRPr sz="1500">
                        <a:latin typeface="Times New Roman"/>
                        <a:ea typeface="Times New Roman"/>
                        <a:cs typeface="Times New Roman"/>
                        <a:sym typeface="Times New Roman"/>
                      </a:endParaRPr>
                    </a:p>
                  </a:txBody>
                  <a:tcPr marL="25400" marR="25400" marT="0" marB="0"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500" b="1">
                          <a:latin typeface="Times New Roman"/>
                          <a:ea typeface="Times New Roman"/>
                          <a:cs typeface="Times New Roman"/>
                          <a:sym typeface="Times New Roman"/>
                        </a:rPr>
                        <a:t>Jaccard index</a:t>
                      </a:r>
                      <a:endParaRPr sz="1500">
                        <a:latin typeface="Times New Roman"/>
                        <a:ea typeface="Times New Roman"/>
                        <a:cs typeface="Times New Roman"/>
                        <a:sym typeface="Times New Roman"/>
                      </a:endParaRPr>
                    </a:p>
                  </a:txBody>
                  <a:tcPr marL="25400" marR="25400" marT="0" marB="0"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extLst>
                  <a:ext uri="{0D108BD9-81ED-4DB2-BD59-A6C34878D82A}">
                    <a16:rowId xmlns:a16="http://schemas.microsoft.com/office/drawing/2014/main" val="10000"/>
                  </a:ext>
                </a:extLst>
              </a:tr>
              <a:tr h="410000">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General SCA</a:t>
                      </a:r>
                      <a:endParaRPr sz="1500">
                        <a:latin typeface="Times New Roman"/>
                        <a:ea typeface="Times New Roman"/>
                        <a:cs typeface="Times New Roman"/>
                        <a:sym typeface="Times New Roman"/>
                      </a:endParaRPr>
                    </a:p>
                  </a:txBody>
                  <a:tcPr marL="25400" marR="25400" marT="0" marB="0"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0.258</a:t>
                      </a:r>
                      <a:endParaRPr sz="1500">
                        <a:latin typeface="Times New Roman"/>
                        <a:ea typeface="Times New Roman"/>
                        <a:cs typeface="Times New Roman"/>
                        <a:sym typeface="Times New Roman"/>
                      </a:endParaRPr>
                    </a:p>
                  </a:txBody>
                  <a:tcPr marL="28575" marR="28575" marT="91425" marB="91425"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extLst>
                  <a:ext uri="{0D108BD9-81ED-4DB2-BD59-A6C34878D82A}">
                    <a16:rowId xmlns:a16="http://schemas.microsoft.com/office/drawing/2014/main" val="10001"/>
                  </a:ext>
                </a:extLst>
              </a:tr>
              <a:tr h="410000">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SCA2</a:t>
                      </a:r>
                      <a:endParaRPr sz="1500">
                        <a:latin typeface="Times New Roman"/>
                        <a:ea typeface="Times New Roman"/>
                        <a:cs typeface="Times New Roman"/>
                        <a:sym typeface="Times New Roman"/>
                      </a:endParaRPr>
                    </a:p>
                  </a:txBody>
                  <a:tcPr marL="25400" marR="25400" marT="0" marB="0"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0.158</a:t>
                      </a:r>
                      <a:endParaRPr sz="1500">
                        <a:latin typeface="Times New Roman"/>
                        <a:ea typeface="Times New Roman"/>
                        <a:cs typeface="Times New Roman"/>
                        <a:sym typeface="Times New Roman"/>
                      </a:endParaRPr>
                    </a:p>
                  </a:txBody>
                  <a:tcPr marL="28575" marR="28575" marT="91425" marB="91425"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extLst>
                  <a:ext uri="{0D108BD9-81ED-4DB2-BD59-A6C34878D82A}">
                    <a16:rowId xmlns:a16="http://schemas.microsoft.com/office/drawing/2014/main" val="10002"/>
                  </a:ext>
                </a:extLst>
              </a:tr>
              <a:tr h="410000">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SCA14</a:t>
                      </a:r>
                      <a:endParaRPr sz="1500">
                        <a:latin typeface="Times New Roman"/>
                        <a:ea typeface="Times New Roman"/>
                        <a:cs typeface="Times New Roman"/>
                        <a:sym typeface="Times New Roman"/>
                      </a:endParaRPr>
                    </a:p>
                  </a:txBody>
                  <a:tcPr marL="25400" marR="25400" marT="0" marB="0"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0.250</a:t>
                      </a:r>
                      <a:endParaRPr sz="1500">
                        <a:latin typeface="Times New Roman"/>
                        <a:ea typeface="Times New Roman"/>
                        <a:cs typeface="Times New Roman"/>
                        <a:sym typeface="Times New Roman"/>
                      </a:endParaRPr>
                    </a:p>
                  </a:txBody>
                  <a:tcPr marL="28575" marR="28575" marT="91425" marB="91425"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extLst>
                  <a:ext uri="{0D108BD9-81ED-4DB2-BD59-A6C34878D82A}">
                    <a16:rowId xmlns:a16="http://schemas.microsoft.com/office/drawing/2014/main" val="10003"/>
                  </a:ext>
                </a:extLst>
              </a:tr>
              <a:tr h="437875">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Friedreich's ataxia</a:t>
                      </a:r>
                      <a:endParaRPr sz="1500">
                        <a:latin typeface="Times New Roman"/>
                        <a:ea typeface="Times New Roman"/>
                        <a:cs typeface="Times New Roman"/>
                        <a:sym typeface="Times New Roman"/>
                      </a:endParaRPr>
                    </a:p>
                  </a:txBody>
                  <a:tcPr marL="25400" marR="25400" marT="0" marB="0"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0.211</a:t>
                      </a:r>
                      <a:endParaRPr sz="1500">
                        <a:latin typeface="Times New Roman"/>
                        <a:ea typeface="Times New Roman"/>
                        <a:cs typeface="Times New Roman"/>
                        <a:sym typeface="Times New Roman"/>
                      </a:endParaRPr>
                    </a:p>
                  </a:txBody>
                  <a:tcPr marL="28575" marR="28575" marT="91425" marB="91425"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extLst>
                  <a:ext uri="{0D108BD9-81ED-4DB2-BD59-A6C34878D82A}">
                    <a16:rowId xmlns:a16="http://schemas.microsoft.com/office/drawing/2014/main" val="10004"/>
                  </a:ext>
                </a:extLst>
              </a:tr>
              <a:tr h="410000">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General EDS</a:t>
                      </a:r>
                      <a:endParaRPr sz="1500">
                        <a:latin typeface="Times New Roman"/>
                        <a:ea typeface="Times New Roman"/>
                        <a:cs typeface="Times New Roman"/>
                        <a:sym typeface="Times New Roman"/>
                      </a:endParaRPr>
                    </a:p>
                  </a:txBody>
                  <a:tcPr marL="25400" marR="25400" marT="0" marB="0"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0.192</a:t>
                      </a:r>
                      <a:endParaRPr sz="1500">
                        <a:latin typeface="Times New Roman"/>
                        <a:ea typeface="Times New Roman"/>
                        <a:cs typeface="Times New Roman"/>
                        <a:sym typeface="Times New Roman"/>
                      </a:endParaRPr>
                    </a:p>
                  </a:txBody>
                  <a:tcPr marL="28575" marR="28575" marT="91425" marB="91425"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extLst>
                  <a:ext uri="{0D108BD9-81ED-4DB2-BD59-A6C34878D82A}">
                    <a16:rowId xmlns:a16="http://schemas.microsoft.com/office/drawing/2014/main" val="10005"/>
                  </a:ext>
                </a:extLst>
              </a:tr>
              <a:tr h="437875">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Hypermobile EDS</a:t>
                      </a:r>
                      <a:endParaRPr sz="1500">
                        <a:latin typeface="Times New Roman"/>
                        <a:ea typeface="Times New Roman"/>
                        <a:cs typeface="Times New Roman"/>
                        <a:sym typeface="Times New Roman"/>
                      </a:endParaRPr>
                    </a:p>
                  </a:txBody>
                  <a:tcPr marL="25400" marR="25400" marT="0" marB="0"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0.194</a:t>
                      </a:r>
                      <a:endParaRPr sz="1500">
                        <a:latin typeface="Times New Roman"/>
                        <a:ea typeface="Times New Roman"/>
                        <a:cs typeface="Times New Roman"/>
                        <a:sym typeface="Times New Roman"/>
                      </a:endParaRPr>
                    </a:p>
                  </a:txBody>
                  <a:tcPr marL="28575" marR="28575" marT="91425" marB="91425"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extLst>
                  <a:ext uri="{0D108BD9-81ED-4DB2-BD59-A6C34878D82A}">
                    <a16:rowId xmlns:a16="http://schemas.microsoft.com/office/drawing/2014/main" val="10006"/>
                  </a:ext>
                </a:extLst>
              </a:tr>
              <a:tr h="410000">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General ALS</a:t>
                      </a:r>
                      <a:endParaRPr sz="1500">
                        <a:latin typeface="Times New Roman"/>
                        <a:ea typeface="Times New Roman"/>
                        <a:cs typeface="Times New Roman"/>
                        <a:sym typeface="Times New Roman"/>
                      </a:endParaRPr>
                    </a:p>
                  </a:txBody>
                  <a:tcPr marL="25400" marR="25400" marT="0" marB="0"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500">
                          <a:latin typeface="Times New Roman"/>
                          <a:ea typeface="Times New Roman"/>
                          <a:cs typeface="Times New Roman"/>
                          <a:sym typeface="Times New Roman"/>
                        </a:rPr>
                        <a:t>0.152</a:t>
                      </a:r>
                      <a:endParaRPr sz="1500">
                        <a:latin typeface="Times New Roman"/>
                        <a:ea typeface="Times New Roman"/>
                        <a:cs typeface="Times New Roman"/>
                        <a:sym typeface="Times New Roman"/>
                      </a:endParaRPr>
                    </a:p>
                  </a:txBody>
                  <a:tcPr marL="28575" marR="28575" marT="91425" marB="91425" anchor="ctr">
                    <a:lnL w="5950" cap="flat" cmpd="sng">
                      <a:solidFill>
                        <a:srgbClr val="212121"/>
                      </a:solidFill>
                      <a:prstDash val="solid"/>
                      <a:round/>
                      <a:headEnd type="none" w="sm" len="sm"/>
                      <a:tailEnd type="none" w="sm" len="sm"/>
                    </a:lnL>
                    <a:lnR w="5950" cap="flat" cmpd="sng">
                      <a:solidFill>
                        <a:srgbClr val="212121"/>
                      </a:solidFill>
                      <a:prstDash val="solid"/>
                      <a:round/>
                      <a:headEnd type="none" w="sm" len="sm"/>
                      <a:tailEnd type="none" w="sm" len="sm"/>
                    </a:lnR>
                    <a:lnT w="5950" cap="flat" cmpd="sng">
                      <a:solidFill>
                        <a:srgbClr val="212121"/>
                      </a:solidFill>
                      <a:prstDash val="solid"/>
                      <a:round/>
                      <a:headEnd type="none" w="sm" len="sm"/>
                      <a:tailEnd type="none" w="sm" len="sm"/>
                    </a:lnT>
                    <a:lnB w="5950" cap="flat" cmpd="sng">
                      <a:solidFill>
                        <a:srgbClr val="212121"/>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302" name="Google Shape;302;p37"/>
          <p:cNvPicPr preferRelativeResize="0"/>
          <p:nvPr/>
        </p:nvPicPr>
        <p:blipFill rotWithShape="1">
          <a:blip r:embed="rId3">
            <a:alphaModFix/>
          </a:blip>
          <a:srcRect l="4947" t="5162" r="5422" b="9081"/>
          <a:stretch/>
        </p:blipFill>
        <p:spPr>
          <a:xfrm>
            <a:off x="218975" y="1216700"/>
            <a:ext cx="4611650" cy="3309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8"/>
          <p:cNvSpPr txBox="1">
            <a:spLocks noGrp="1"/>
          </p:cNvSpPr>
          <p:nvPr>
            <p:ph type="title"/>
          </p:nvPr>
        </p:nvSpPr>
        <p:spPr>
          <a:xfrm>
            <a:off x="747075" y="937600"/>
            <a:ext cx="5763900" cy="57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Discussion &amp; Limitations</a:t>
            </a:r>
            <a:endParaRPr/>
          </a:p>
        </p:txBody>
      </p:sp>
      <p:sp>
        <p:nvSpPr>
          <p:cNvPr id="308" name="Google Shape;308;p38"/>
          <p:cNvSpPr txBox="1">
            <a:spLocks noGrp="1"/>
          </p:cNvSpPr>
          <p:nvPr>
            <p:ph type="body" idx="1"/>
          </p:nvPr>
        </p:nvSpPr>
        <p:spPr>
          <a:xfrm>
            <a:off x="382850" y="1530250"/>
            <a:ext cx="7017000" cy="28458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sz="2000"/>
              <a:t>High rates of motor impairment &amp; ataxia → </a:t>
            </a:r>
            <a:r>
              <a:rPr lang="en" sz="2000" b="1"/>
              <a:t>predominance of neurological disorders</a:t>
            </a:r>
            <a:endParaRPr sz="2000" b="1"/>
          </a:p>
          <a:p>
            <a:pPr marL="457200" lvl="0" indent="-342900" algn="l" rtl="0">
              <a:lnSpc>
                <a:spcPct val="115000"/>
              </a:lnSpc>
              <a:spcBef>
                <a:spcPts val="0"/>
              </a:spcBef>
              <a:spcAft>
                <a:spcPts val="0"/>
              </a:spcAft>
              <a:buSzPts val="1800"/>
              <a:buChar char="●"/>
            </a:pPr>
            <a:r>
              <a:rPr lang="en" sz="2000"/>
              <a:t>Fatigue and pain → common across </a:t>
            </a:r>
            <a:r>
              <a:rPr lang="en" sz="2000" b="1"/>
              <a:t>many chronic illnesses</a:t>
            </a:r>
            <a:r>
              <a:rPr lang="en" sz="2000"/>
              <a:t> and patient-reported burdens </a:t>
            </a:r>
            <a:endParaRPr sz="2000"/>
          </a:p>
          <a:p>
            <a:pPr marL="457200" lvl="0" indent="-342900" algn="l" rtl="0">
              <a:lnSpc>
                <a:spcPct val="115000"/>
              </a:lnSpc>
              <a:spcBef>
                <a:spcPts val="0"/>
              </a:spcBef>
              <a:spcAft>
                <a:spcPts val="0"/>
              </a:spcAft>
              <a:buSzPts val="1800"/>
              <a:buChar char="●"/>
            </a:pPr>
            <a:r>
              <a:rPr lang="en" sz="2000"/>
              <a:t>Narratives focus on </a:t>
            </a:r>
            <a:r>
              <a:rPr lang="en" sz="2000" b="1"/>
              <a:t>quality-of-life</a:t>
            </a:r>
            <a:r>
              <a:rPr lang="en" sz="2000"/>
              <a:t> and </a:t>
            </a:r>
            <a:r>
              <a:rPr lang="en" sz="2000" b="1"/>
              <a:t>functional impacts</a:t>
            </a:r>
            <a:r>
              <a:rPr lang="en" sz="2000"/>
              <a:t>, often missing in literature</a:t>
            </a:r>
            <a:endParaRPr sz="2000"/>
          </a:p>
          <a:p>
            <a:pPr marL="457200" lvl="0" indent="-342900" algn="l" rtl="0">
              <a:lnSpc>
                <a:spcPct val="115000"/>
              </a:lnSpc>
              <a:spcBef>
                <a:spcPts val="0"/>
              </a:spcBef>
              <a:spcAft>
                <a:spcPts val="0"/>
              </a:spcAft>
              <a:buSzPts val="1800"/>
              <a:buChar char="●"/>
            </a:pPr>
            <a:r>
              <a:rPr lang="en" sz="2000"/>
              <a:t>Limitations: </a:t>
            </a:r>
            <a:r>
              <a:rPr lang="en" sz="2000" b="1"/>
              <a:t>Small sample size</a:t>
            </a:r>
            <a:r>
              <a:rPr lang="en" sz="2000"/>
              <a:t>, manual data collection, incomplete data, sampling bias, recall-biased patient data</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9"/>
          <p:cNvSpPr txBox="1">
            <a:spLocks noGrp="1"/>
          </p:cNvSpPr>
          <p:nvPr>
            <p:ph type="title"/>
          </p:nvPr>
        </p:nvSpPr>
        <p:spPr>
          <a:xfrm>
            <a:off x="713225" y="3688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a:t>
            </a:r>
            <a:endParaRPr/>
          </a:p>
        </p:txBody>
      </p:sp>
      <p:sp>
        <p:nvSpPr>
          <p:cNvPr id="314" name="Google Shape;314;p39"/>
          <p:cNvSpPr txBox="1"/>
          <p:nvPr/>
        </p:nvSpPr>
        <p:spPr>
          <a:xfrm>
            <a:off x="369000" y="1130700"/>
            <a:ext cx="8583900" cy="31869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accent5"/>
              </a:buClr>
              <a:buSzPts val="2000"/>
              <a:buFont typeface="Barlow"/>
              <a:buChar char="●"/>
            </a:pPr>
            <a:r>
              <a:rPr lang="en" sz="2000">
                <a:solidFill>
                  <a:schemeClr val="accent5"/>
                </a:solidFill>
                <a:latin typeface="Barlow"/>
                <a:ea typeface="Barlow"/>
                <a:cs typeface="Barlow"/>
                <a:sym typeface="Barlow"/>
              </a:rPr>
              <a:t>Patient-generated data reveals </a:t>
            </a:r>
            <a:r>
              <a:rPr lang="en" sz="2000" b="1">
                <a:solidFill>
                  <a:schemeClr val="accent5"/>
                </a:solidFill>
                <a:latin typeface="Barlow"/>
                <a:ea typeface="Barlow"/>
                <a:cs typeface="Barlow"/>
                <a:sym typeface="Barlow"/>
              </a:rPr>
              <a:t>underreported symptoms</a:t>
            </a:r>
            <a:endParaRPr sz="2000">
              <a:solidFill>
                <a:schemeClr val="accent5"/>
              </a:solidFill>
              <a:latin typeface="Barlow"/>
              <a:ea typeface="Barlow"/>
              <a:cs typeface="Barlow"/>
              <a:sym typeface="Barlow"/>
            </a:endParaRPr>
          </a:p>
          <a:p>
            <a:pPr marL="457200" lvl="0" indent="-355600" algn="l" rtl="0">
              <a:lnSpc>
                <a:spcPct val="115000"/>
              </a:lnSpc>
              <a:spcBef>
                <a:spcPts val="0"/>
              </a:spcBef>
              <a:spcAft>
                <a:spcPts val="0"/>
              </a:spcAft>
              <a:buClr>
                <a:schemeClr val="accent5"/>
              </a:buClr>
              <a:buSzPts val="2000"/>
              <a:buFont typeface="Barlow"/>
              <a:buChar char="●"/>
            </a:pPr>
            <a:r>
              <a:rPr lang="en" sz="2000">
                <a:solidFill>
                  <a:schemeClr val="accent5"/>
                </a:solidFill>
                <a:latin typeface="Barlow"/>
                <a:ea typeface="Barlow"/>
                <a:cs typeface="Barlow"/>
                <a:sym typeface="Barlow"/>
              </a:rPr>
              <a:t>Patient perspectives </a:t>
            </a:r>
            <a:r>
              <a:rPr lang="en" sz="2000" b="1">
                <a:solidFill>
                  <a:schemeClr val="accent5"/>
                </a:solidFill>
                <a:latin typeface="Barlow"/>
                <a:ea typeface="Barlow"/>
                <a:cs typeface="Barlow"/>
                <a:sym typeface="Barlow"/>
              </a:rPr>
              <a:t>complement clinical datasets,</a:t>
            </a:r>
            <a:r>
              <a:rPr lang="en" sz="2000">
                <a:solidFill>
                  <a:schemeClr val="accent5"/>
                </a:solidFill>
                <a:latin typeface="Barlow"/>
                <a:ea typeface="Barlow"/>
                <a:cs typeface="Barlow"/>
                <a:sym typeface="Barlow"/>
              </a:rPr>
              <a:t> revealing </a:t>
            </a:r>
            <a:r>
              <a:rPr lang="en" sz="2000" b="1">
                <a:solidFill>
                  <a:schemeClr val="accent5"/>
                </a:solidFill>
                <a:latin typeface="Barlow"/>
                <a:ea typeface="Barlow"/>
                <a:cs typeface="Barlow"/>
                <a:sym typeface="Barlow"/>
              </a:rPr>
              <a:t>quality-of-life impacts</a:t>
            </a:r>
            <a:r>
              <a:rPr lang="en" sz="2000">
                <a:solidFill>
                  <a:schemeClr val="accent5"/>
                </a:solidFill>
                <a:latin typeface="Barlow"/>
                <a:ea typeface="Barlow"/>
                <a:cs typeface="Barlow"/>
                <a:sym typeface="Barlow"/>
              </a:rPr>
              <a:t> often overlooked in diagnostics</a:t>
            </a:r>
            <a:endParaRPr sz="2000">
              <a:solidFill>
                <a:schemeClr val="accent5"/>
              </a:solidFill>
              <a:latin typeface="Barlow"/>
              <a:ea typeface="Barlow"/>
              <a:cs typeface="Barlow"/>
              <a:sym typeface="Barlow"/>
            </a:endParaRPr>
          </a:p>
          <a:p>
            <a:pPr marL="457200" lvl="0" indent="-355600" algn="l" rtl="0">
              <a:lnSpc>
                <a:spcPct val="115000"/>
              </a:lnSpc>
              <a:spcBef>
                <a:spcPts val="0"/>
              </a:spcBef>
              <a:spcAft>
                <a:spcPts val="0"/>
              </a:spcAft>
              <a:buClr>
                <a:schemeClr val="accent5"/>
              </a:buClr>
              <a:buSzPts val="2000"/>
              <a:buFont typeface="Barlow"/>
              <a:buChar char="●"/>
            </a:pPr>
            <a:r>
              <a:rPr lang="en" sz="2000">
                <a:solidFill>
                  <a:schemeClr val="accent5"/>
                </a:solidFill>
                <a:latin typeface="Barlow"/>
                <a:ea typeface="Barlow"/>
                <a:cs typeface="Barlow"/>
                <a:sym typeface="Barlow"/>
              </a:rPr>
              <a:t>Strong potential to </a:t>
            </a:r>
            <a:r>
              <a:rPr lang="en" sz="2000" b="1">
                <a:solidFill>
                  <a:schemeClr val="accent5"/>
                </a:solidFill>
                <a:latin typeface="Barlow"/>
                <a:ea typeface="Barlow"/>
                <a:cs typeface="Barlow"/>
                <a:sym typeface="Barlow"/>
              </a:rPr>
              <a:t>improve early rare disease recognition</a:t>
            </a:r>
            <a:r>
              <a:rPr lang="en" sz="2000">
                <a:solidFill>
                  <a:schemeClr val="accent5"/>
                </a:solidFill>
                <a:latin typeface="Barlow"/>
                <a:ea typeface="Barlow"/>
                <a:cs typeface="Barlow"/>
                <a:sym typeface="Barlow"/>
              </a:rPr>
              <a:t>, guide research priorities, and inform patient-centered care</a:t>
            </a:r>
            <a:endParaRPr sz="2000">
              <a:solidFill>
                <a:schemeClr val="accent5"/>
              </a:solidFill>
              <a:latin typeface="Barlow"/>
              <a:ea typeface="Barlow"/>
              <a:cs typeface="Barlow"/>
              <a:sym typeface="Barlow"/>
            </a:endParaRPr>
          </a:p>
          <a:p>
            <a:pPr marL="457200" lvl="0" indent="-355600" algn="l" rtl="0">
              <a:lnSpc>
                <a:spcPct val="115000"/>
              </a:lnSpc>
              <a:spcBef>
                <a:spcPts val="0"/>
              </a:spcBef>
              <a:spcAft>
                <a:spcPts val="0"/>
              </a:spcAft>
              <a:buClr>
                <a:schemeClr val="accent5"/>
              </a:buClr>
              <a:buSzPts val="2000"/>
              <a:buFont typeface="Barlow"/>
              <a:buChar char="●"/>
            </a:pPr>
            <a:r>
              <a:rPr lang="en" sz="2000">
                <a:solidFill>
                  <a:schemeClr val="accent5"/>
                </a:solidFill>
                <a:latin typeface="Barlow"/>
                <a:ea typeface="Barlow"/>
                <a:cs typeface="Barlow"/>
                <a:sym typeface="Barlow"/>
              </a:rPr>
              <a:t>Future Directions:</a:t>
            </a:r>
            <a:endParaRPr sz="2000">
              <a:solidFill>
                <a:schemeClr val="accent5"/>
              </a:solidFill>
              <a:latin typeface="Barlow"/>
              <a:ea typeface="Barlow"/>
              <a:cs typeface="Barlow"/>
              <a:sym typeface="Barlow"/>
            </a:endParaRPr>
          </a:p>
          <a:p>
            <a:pPr marL="914400" lvl="1" indent="-355600" algn="l" rtl="0">
              <a:lnSpc>
                <a:spcPct val="115000"/>
              </a:lnSpc>
              <a:spcBef>
                <a:spcPts val="0"/>
              </a:spcBef>
              <a:spcAft>
                <a:spcPts val="0"/>
              </a:spcAft>
              <a:buClr>
                <a:schemeClr val="accent5"/>
              </a:buClr>
              <a:buSzPts val="2000"/>
              <a:buFont typeface="Barlow"/>
              <a:buChar char="○"/>
            </a:pPr>
            <a:r>
              <a:rPr lang="en" sz="2000">
                <a:solidFill>
                  <a:schemeClr val="accent5"/>
                </a:solidFill>
                <a:latin typeface="Barlow"/>
                <a:ea typeface="Barlow"/>
                <a:cs typeface="Barlow"/>
                <a:sym typeface="Barlow"/>
              </a:rPr>
              <a:t>Collect more data (</a:t>
            </a:r>
            <a:r>
              <a:rPr lang="en" sz="2000" b="1">
                <a:solidFill>
                  <a:schemeClr val="accent5"/>
                </a:solidFill>
                <a:latin typeface="Barlow"/>
                <a:ea typeface="Barlow"/>
                <a:cs typeface="Barlow"/>
                <a:sym typeface="Barlow"/>
              </a:rPr>
              <a:t>larger sample size)</a:t>
            </a:r>
            <a:endParaRPr sz="2000" b="1">
              <a:solidFill>
                <a:schemeClr val="accent5"/>
              </a:solidFill>
              <a:latin typeface="Barlow"/>
              <a:ea typeface="Barlow"/>
              <a:cs typeface="Barlow"/>
              <a:sym typeface="Barlow"/>
            </a:endParaRPr>
          </a:p>
          <a:p>
            <a:pPr marL="914400" lvl="1" indent="-355600" algn="l" rtl="0">
              <a:lnSpc>
                <a:spcPct val="115000"/>
              </a:lnSpc>
              <a:spcBef>
                <a:spcPts val="0"/>
              </a:spcBef>
              <a:spcAft>
                <a:spcPts val="0"/>
              </a:spcAft>
              <a:buClr>
                <a:schemeClr val="accent5"/>
              </a:buClr>
              <a:buSzPts val="2000"/>
              <a:buFont typeface="Barlow"/>
              <a:buChar char="○"/>
            </a:pPr>
            <a:r>
              <a:rPr lang="en" sz="2000">
                <a:solidFill>
                  <a:schemeClr val="accent5"/>
                </a:solidFill>
                <a:latin typeface="Barlow"/>
                <a:ea typeface="Barlow"/>
                <a:cs typeface="Barlow"/>
                <a:sym typeface="Barlow"/>
              </a:rPr>
              <a:t>Explore </a:t>
            </a:r>
            <a:r>
              <a:rPr lang="en" sz="2000" b="1">
                <a:solidFill>
                  <a:schemeClr val="accent5"/>
                </a:solidFill>
                <a:latin typeface="Barlow"/>
                <a:ea typeface="Barlow"/>
                <a:cs typeface="Barlow"/>
                <a:sym typeface="Barlow"/>
              </a:rPr>
              <a:t>LLMs/AI</a:t>
            </a:r>
            <a:r>
              <a:rPr lang="en" sz="2000">
                <a:solidFill>
                  <a:schemeClr val="accent5"/>
                </a:solidFill>
                <a:latin typeface="Barlow"/>
                <a:ea typeface="Barlow"/>
                <a:cs typeface="Barlow"/>
                <a:sym typeface="Barlow"/>
              </a:rPr>
              <a:t> to enhance rare disease detection, patient support</a:t>
            </a:r>
            <a:endParaRPr sz="2000" b="1">
              <a:solidFill>
                <a:schemeClr val="accent5"/>
              </a:solidFill>
              <a:latin typeface="Barlow"/>
              <a:ea typeface="Barlow"/>
              <a:cs typeface="Barlow"/>
              <a:sym typeface="Barlow"/>
            </a:endParaRPr>
          </a:p>
          <a:p>
            <a:pPr marL="914400" lvl="1" indent="-355600" algn="l" rtl="0">
              <a:lnSpc>
                <a:spcPct val="115000"/>
              </a:lnSpc>
              <a:spcBef>
                <a:spcPts val="0"/>
              </a:spcBef>
              <a:spcAft>
                <a:spcPts val="0"/>
              </a:spcAft>
              <a:buClr>
                <a:schemeClr val="accent5"/>
              </a:buClr>
              <a:buSzPts val="2000"/>
              <a:buFont typeface="Barlow"/>
              <a:buChar char="○"/>
            </a:pPr>
            <a:r>
              <a:rPr lang="en" sz="2000" b="1">
                <a:solidFill>
                  <a:schemeClr val="accent5"/>
                </a:solidFill>
                <a:latin typeface="Barlow"/>
                <a:ea typeface="Barlow"/>
                <a:cs typeface="Barlow"/>
                <a:sym typeface="Barlow"/>
              </a:rPr>
              <a:t>Integrate</a:t>
            </a:r>
            <a:r>
              <a:rPr lang="en" sz="2000">
                <a:solidFill>
                  <a:schemeClr val="accent5"/>
                </a:solidFill>
                <a:latin typeface="Barlow"/>
                <a:ea typeface="Barlow"/>
                <a:cs typeface="Barlow"/>
                <a:sym typeface="Barlow"/>
              </a:rPr>
              <a:t> patient-generated data with clinical research</a:t>
            </a:r>
            <a:endParaRPr sz="2000">
              <a:solidFill>
                <a:schemeClr val="accent5"/>
              </a:solidFill>
              <a:latin typeface="Barlow"/>
              <a:ea typeface="Barlow"/>
              <a:cs typeface="Barlow"/>
              <a:sym typeface="Barlow"/>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0"/>
          <p:cNvSpPr txBox="1">
            <a:spLocks noGrp="1"/>
          </p:cNvSpPr>
          <p:nvPr>
            <p:ph type="ctrTitle" idx="4294967295"/>
          </p:nvPr>
        </p:nvSpPr>
        <p:spPr>
          <a:xfrm>
            <a:off x="1391300" y="313725"/>
            <a:ext cx="5785200" cy="114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5000" dirty="0">
                <a:solidFill>
                  <a:srgbClr val="212121"/>
                </a:solidFill>
                <a:latin typeface="Barlow" pitchFamily="2" charset="77"/>
              </a:rPr>
              <a:t>Thank you</a:t>
            </a:r>
            <a:endParaRPr sz="5000" dirty="0">
              <a:solidFill>
                <a:srgbClr val="212121"/>
              </a:solidFill>
              <a:latin typeface="Barlow" pitchFamily="2" charset="77"/>
            </a:endParaRPr>
          </a:p>
        </p:txBody>
      </p:sp>
      <p:sp>
        <p:nvSpPr>
          <p:cNvPr id="320" name="Google Shape;320;p40"/>
          <p:cNvSpPr txBox="1">
            <a:spLocks noGrp="1"/>
          </p:cNvSpPr>
          <p:nvPr>
            <p:ph type="subTitle" idx="4294967295"/>
          </p:nvPr>
        </p:nvSpPr>
        <p:spPr>
          <a:xfrm>
            <a:off x="2109800" y="1165925"/>
            <a:ext cx="4348200" cy="322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t>Dr. Chase</a:t>
            </a:r>
            <a:endParaRPr sz="3600" dirty="0"/>
          </a:p>
          <a:p>
            <a:pPr marL="0" lvl="0" indent="0" algn="ctr" rtl="0">
              <a:spcBef>
                <a:spcPts val="1200"/>
              </a:spcBef>
              <a:spcAft>
                <a:spcPts val="0"/>
              </a:spcAft>
              <a:buNone/>
            </a:pPr>
            <a:r>
              <a:rPr lang="en" sz="3600" dirty="0"/>
              <a:t>Dr. Weng</a:t>
            </a:r>
            <a:endParaRPr sz="3600" dirty="0"/>
          </a:p>
          <a:p>
            <a:pPr marL="0" lvl="0" indent="0" algn="ctr" rtl="0">
              <a:spcBef>
                <a:spcPts val="1200"/>
              </a:spcBef>
              <a:spcAft>
                <a:spcPts val="0"/>
              </a:spcAft>
              <a:buNone/>
            </a:pPr>
            <a:r>
              <a:rPr lang="en" sz="3600" dirty="0" err="1"/>
              <a:t>Fangyi</a:t>
            </a:r>
            <a:endParaRPr sz="3600" dirty="0"/>
          </a:p>
          <a:p>
            <a:pPr marL="0" lvl="0" indent="0" algn="ctr" rtl="0">
              <a:spcBef>
                <a:spcPts val="1200"/>
              </a:spcBef>
              <a:spcAft>
                <a:spcPts val="1200"/>
              </a:spcAft>
              <a:buNone/>
            </a:pPr>
            <a:r>
              <a:rPr lang="en" sz="3600" dirty="0"/>
              <a:t>Casey</a:t>
            </a:r>
            <a:endParaRPr sz="3600" dirty="0"/>
          </a:p>
        </p:txBody>
      </p:sp>
      <p:sp>
        <p:nvSpPr>
          <p:cNvPr id="321" name="Google Shape;321;p40"/>
          <p:cNvSpPr txBox="1"/>
          <p:nvPr/>
        </p:nvSpPr>
        <p:spPr>
          <a:xfrm>
            <a:off x="1470225" y="4041200"/>
            <a:ext cx="6216000" cy="811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dirty="0">
                <a:solidFill>
                  <a:schemeClr val="accent5"/>
                </a:solidFill>
                <a:latin typeface="Barlow"/>
                <a:ea typeface="Barlow"/>
                <a:cs typeface="Barlow"/>
                <a:sym typeface="Barlow"/>
              </a:rPr>
              <a:t>for their support, mentorship, encouragement during this summer program.</a:t>
            </a:r>
            <a:endParaRPr sz="2300" dirty="0">
              <a:solidFill>
                <a:schemeClr val="accent5"/>
              </a:solidFill>
              <a:latin typeface="Barlow"/>
              <a:ea typeface="Barlow"/>
              <a:cs typeface="Barlow"/>
              <a:sym typeface="Barlow"/>
            </a:endParaRPr>
          </a:p>
        </p:txBody>
      </p:sp>
    </p:spTree>
  </p:cSld>
  <p:clrMapOvr>
    <a:masterClrMapping/>
  </p:clrMapOvr>
</p:sld>
</file>

<file path=ppt/theme/theme1.xml><?xml version="1.0" encoding="utf-8"?>
<a:theme xmlns:a="http://schemas.openxmlformats.org/drawingml/2006/main" name="Nurse Practitioners and Physician Assistants Clinic by Slidesgo">
  <a:themeElements>
    <a:clrScheme name="Simple Light">
      <a:dk1>
        <a:srgbClr val="E5F5FE"/>
      </a:dk1>
      <a:lt1>
        <a:srgbClr val="93E8EC"/>
      </a:lt1>
      <a:dk2>
        <a:srgbClr val="A4DEFB"/>
      </a:dk2>
      <a:lt2>
        <a:srgbClr val="6277CA"/>
      </a:lt2>
      <a:accent1>
        <a:srgbClr val="2FD6D6"/>
      </a:accent1>
      <a:accent2>
        <a:srgbClr val="E4D8CB"/>
      </a:accent2>
      <a:accent3>
        <a:srgbClr val="CCBCAC"/>
      </a:accent3>
      <a:accent4>
        <a:srgbClr val="C16425"/>
      </a:accent4>
      <a:accent5>
        <a:srgbClr val="0B1119"/>
      </a:accent5>
      <a:accent6>
        <a:srgbClr val="FFFFFF"/>
      </a:accent6>
      <a:hlink>
        <a:srgbClr val="E5F5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1748</Words>
  <Application>Microsoft Macintosh PowerPoint</Application>
  <PresentationFormat>On-screen Show (16:9)</PresentationFormat>
  <Paragraphs>132</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Fira Sans Condensed Medium</vt:lpstr>
      <vt:lpstr>Arial</vt:lpstr>
      <vt:lpstr>Roboto</vt:lpstr>
      <vt:lpstr>Times New Roman</vt:lpstr>
      <vt:lpstr>Barlow</vt:lpstr>
      <vt:lpstr>Fira Sans Extra Condensed Medium</vt:lpstr>
      <vt:lpstr>PT Sans</vt:lpstr>
      <vt:lpstr>Montserrat Alternates</vt:lpstr>
      <vt:lpstr>Nurse Practitioners and Physician Assistants Clinic by Slidesgo</vt:lpstr>
      <vt:lpstr>Harnessing Patient-generated data to Enhance Knowledge of Rare Diseases: A Feasibility Study</vt:lpstr>
      <vt:lpstr>Learning Objectives</vt:lpstr>
      <vt:lpstr>Background</vt:lpstr>
      <vt:lpstr>Project Goals</vt:lpstr>
      <vt:lpstr>Methods</vt:lpstr>
      <vt:lpstr>Results - Patient Narrative Characterization</vt:lpstr>
      <vt:lpstr>Results - Comparison of Symptoms</vt:lpstr>
      <vt:lpstr>Discussion &amp; Limitations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Selina Hui</cp:lastModifiedBy>
  <cp:revision>1</cp:revision>
  <dcterms:modified xsi:type="dcterms:W3CDTF">2025-08-15T04:32:33Z</dcterms:modified>
</cp:coreProperties>
</file>